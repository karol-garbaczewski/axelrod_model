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1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2AF3FC-DD1C-D815-7D86-053597E06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31032FA-52CB-F334-83FE-1093106EB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7E1DB6-F753-E8D4-C5DB-25C1A28F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25A9F6-6137-4468-BE34-70345CC8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FF4272-F6B2-2F23-139A-3D70FB6E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9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DA6CFA-54F0-38E6-9E16-0F3241D7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B3DEB9-85FD-92ED-143D-F003E2FB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C19C32-7D3B-36E2-BEC5-7D7F2A84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FF289F-86F3-CD2D-A8D2-1BC31A72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9235BE-2E29-7387-9AF2-29F773E7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00C948-B004-D1DD-FC3E-413B33BD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ECE98ED-262B-0D46-6B0B-83DC79C3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22417F-2BB2-E53A-D1AE-75510797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DBE0ED-936E-DCF2-A906-7DC9F4DA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E080ED-8999-EC30-BD02-B9E83CFC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99E7C0-2976-C782-F344-F6505EDC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77D221-2C54-678C-51D1-700B123C9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2773BBC-4FF0-4E86-253A-B92D2B52A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F0442DB-76EB-B22C-C438-4790F7B9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6C122A-D327-C1CD-D580-39A7A763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6F5E03-69D3-58B9-DC94-B205AF07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6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D6B96B-559D-9CE0-9CE1-FEB831E9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F2A9F8-21E9-8A1D-A725-D747C9ED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92A021-98C4-8D73-A700-05112582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D385095-9686-17D5-76A6-C359C1997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7912A52-B18A-FAFA-5E1B-9C144AA5F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6F563D0-5DAE-F088-2D79-0475BF53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74AB2A0-5864-FCC8-8739-5953322F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F3761CB-7692-8B84-5D8E-3EE131EE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81AFCE-130E-3CF3-D910-91A89280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59D1017-CC4E-E8F8-A7ED-5D393F72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BD64F1-8103-D1A3-B07C-C05DDE97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E7A215F-E033-EC3B-58D1-08F6B795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BADC149-4029-A84C-7B99-A4F59589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A32CAD1-074E-7D2D-754E-48EBB8B1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DE6CE6-E866-AD8C-8A6D-B1EC0EEC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8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D9C65C-EE9C-29B6-54F5-102AA013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7908FC-8DBC-26EC-121B-B1862AA0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2540585-CC2B-7A57-34C9-41FC743F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B4A7CF-3A99-474A-19B6-F35C426E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E1E8786-68A7-902C-8431-0BD7CDB7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6B0880-1A69-6C5B-BF02-34E43F8A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EE9D84-4468-BB66-0098-35B4B28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40737A9-1D66-0B95-5522-70E62B9D3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383D98D-D840-7727-DF7C-6B888FC9F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1291C90-26C8-9526-F957-FECC333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66F3E54-4947-98FC-9002-5C4338A7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99E399D-D502-5004-324F-A4521933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A93266-048B-B13F-59E5-33371A53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B6E445-1B3B-9921-8AFA-33B04BC0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1D13CA-E879-2307-1A84-E8F4B84B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9EEE6B-4752-F96E-C1E7-B2C2C42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C6335C8-3FC0-DA5E-E05E-45D104EB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86C1959-9FA6-A263-5AFA-FFBA87D37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316182F-1F60-D442-8C91-125873F49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A91C09-4D07-FA22-AF96-5C7C755E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23F027-B620-69CF-A2A7-F6EFD63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9C9325-3E27-4040-217D-26CE921B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E9C4B76-B74A-728C-FD6F-683DB264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99AE24-45BF-DEAA-DFA5-B997F4512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4732A75-8A21-DA3C-F89C-E7ABCBFC7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58760B-1F6E-D856-A979-0145518C1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1A96C0-2472-2A41-1D41-F0D7CC082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6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18B518-077D-A703-2C09-6E1BB112E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pl-PL" dirty="0"/>
              <a:t> </a:t>
            </a:r>
            <a:r>
              <a:rPr lang="en-US" dirty="0" err="1"/>
              <a:t>Axelroda</a:t>
            </a:r>
            <a:br>
              <a:rPr lang="en-US" dirty="0"/>
            </a:b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FD2526-CFD5-D00E-97AE-00368AD33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Karol </a:t>
            </a:r>
            <a:r>
              <a:rPr lang="en-US" dirty="0" err="1"/>
              <a:t>Garbaczewski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Szymon Go</a:t>
            </a:r>
            <a:r>
              <a:rPr lang="pl-PL" dirty="0"/>
              <a:t>ź</a:t>
            </a:r>
            <a:r>
              <a:rPr lang="en-US" dirty="0" err="1"/>
              <a:t>dzikowski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Z</a:t>
            </a:r>
            <a:r>
              <a:rPr lang="pl-PL" dirty="0" err="1"/>
              <a:t>ofi</a:t>
            </a:r>
            <a:r>
              <a:rPr lang="en-US" dirty="0"/>
              <a:t>a Sopel, </a:t>
            </a:r>
            <a:endParaRPr lang="pl-PL" dirty="0"/>
          </a:p>
          <a:p>
            <a:r>
              <a:rPr lang="en-US" dirty="0"/>
              <a:t>Sasza Tomczyk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3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8A4F2E-4CD2-DEF7-B12A-2E584662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Badanie</a:t>
            </a:r>
            <a:r>
              <a:rPr lang="en-US" dirty="0"/>
              <a:t> </a:t>
            </a:r>
            <a:r>
              <a:rPr lang="en-US" dirty="0" err="1"/>
              <a:t>wpływu</a:t>
            </a:r>
            <a:r>
              <a:rPr lang="en-US" dirty="0"/>
              <a:t> </a:t>
            </a:r>
            <a:r>
              <a:rPr lang="en-US" dirty="0" err="1"/>
              <a:t>homofilii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trwałość</a:t>
            </a:r>
            <a:r>
              <a:rPr lang="en-US" dirty="0"/>
              <a:t> </a:t>
            </a:r>
            <a:r>
              <a:rPr lang="en-US" dirty="0" err="1"/>
              <a:t>różnorodności</a:t>
            </a:r>
            <a:r>
              <a:rPr lang="en-US" dirty="0"/>
              <a:t> </a:t>
            </a:r>
            <a:r>
              <a:rPr lang="en-US" dirty="0" err="1"/>
              <a:t>kulturowej</a:t>
            </a:r>
            <a:br>
              <a:rPr lang="en-US" dirty="0"/>
            </a:br>
            <a:r>
              <a:rPr lang="en-US" dirty="0"/>
              <a:t>    </a:t>
            </a:r>
            <a:br>
              <a:rPr lang="en-US" dirty="0"/>
            </a:b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D4BCE12-5E07-4EE4-2B59-8E555A709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73D296-8A23-FD58-6805-873B5090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Tło historyczne</a:t>
            </a: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DA3936-6434-2E42-0EB6-4F0E766BA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9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9FA55A-7DD7-233A-B840-DBC9DD8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Konstrukcja modelu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C4EEC-0CDC-4AD0-EAC2-BE5C8A087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Losowanie</a:t>
            </a:r>
            <a:r>
              <a:rPr lang="en-US" dirty="0"/>
              <a:t>: Program </a:t>
            </a:r>
            <a:r>
              <a:rPr lang="en-US" dirty="0" err="1"/>
              <a:t>wybiera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aktywnego</a:t>
            </a:r>
            <a:r>
              <a:rPr lang="en-US" dirty="0"/>
              <a:t> </a:t>
            </a:r>
            <a:r>
              <a:rPr lang="en-US" dirty="0" err="1"/>
              <a:t>agenta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jednego</a:t>
            </a:r>
            <a:r>
              <a:rPr lang="en-US" dirty="0"/>
              <a:t> z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Prawdopodobieństwo</a:t>
            </a:r>
            <a:r>
              <a:rPr lang="en-US" b="1" dirty="0"/>
              <a:t> </a:t>
            </a:r>
            <a:r>
              <a:rPr lang="en-US" b="1" dirty="0" err="1"/>
              <a:t>interakcji</a:t>
            </a:r>
            <a:r>
              <a:rPr lang="en-US" dirty="0"/>
              <a:t>: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wejdą</a:t>
            </a:r>
            <a:r>
              <a:rPr lang="en-US" dirty="0"/>
              <a:t> w </a:t>
            </a:r>
            <a:r>
              <a:rPr lang="en-US" dirty="0" err="1"/>
              <a:t>interakcję</a:t>
            </a:r>
            <a:r>
              <a:rPr lang="en-US" dirty="0"/>
              <a:t> w </a:t>
            </a:r>
            <a:r>
              <a:rPr lang="en-US" dirty="0" err="1"/>
              <a:t>zależności</a:t>
            </a:r>
            <a:r>
              <a:rPr lang="en-US" dirty="0"/>
              <a:t> </a:t>
            </a:r>
            <a:r>
              <a:rPr lang="pl-PL" dirty="0"/>
              <a:t> </a:t>
            </a:r>
            <a:r>
              <a:rPr lang="en-US" dirty="0"/>
              <a:t>od </a:t>
            </a:r>
            <a:r>
              <a:rPr lang="en-US" dirty="0" err="1"/>
              <a:t>aktualnego</a:t>
            </a:r>
            <a:r>
              <a:rPr lang="en-US" dirty="0"/>
              <a:t> </a:t>
            </a:r>
            <a:r>
              <a:rPr lang="en-US" dirty="0" err="1"/>
              <a:t>podobieństwa</a:t>
            </a:r>
            <a:r>
              <a:rPr lang="en-US" dirty="0"/>
              <a:t> </a:t>
            </a:r>
            <a:r>
              <a:rPr lang="en-US" dirty="0" err="1"/>
              <a:t>kulturowego</a:t>
            </a:r>
            <a:r>
              <a:rPr lang="en-US" dirty="0"/>
              <a:t> (np. </a:t>
            </a:r>
            <a:r>
              <a:rPr lang="en-US" dirty="0" err="1"/>
              <a:t>dla</a:t>
            </a:r>
            <a:r>
              <a:rPr lang="en-US" dirty="0"/>
              <a:t> 3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5 </a:t>
            </a:r>
            <a:r>
              <a:rPr lang="en-US" dirty="0" err="1"/>
              <a:t>prawdopodobieństwo</a:t>
            </a:r>
            <a:r>
              <a:rPr lang="en-US" dirty="0"/>
              <a:t> </a:t>
            </a:r>
            <a:r>
              <a:rPr lang="en-US" dirty="0" err="1"/>
              <a:t>wynosi</a:t>
            </a:r>
            <a:r>
              <a:rPr lang="en-US" dirty="0"/>
              <a:t> 60\%, a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to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dochodzi</a:t>
            </a:r>
            <a:r>
              <a:rPr lang="en-US" dirty="0"/>
              <a:t> do </a:t>
            </a:r>
            <a:r>
              <a:rPr lang="en-US" dirty="0" err="1"/>
              <a:t>interakcji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Modyfikacja</a:t>
            </a:r>
            <a:r>
              <a:rPr lang="en-US" b="1" dirty="0"/>
              <a:t> </a:t>
            </a:r>
            <a:r>
              <a:rPr lang="en-US" b="1" dirty="0" err="1"/>
              <a:t>cechy</a:t>
            </a:r>
            <a:r>
              <a:rPr lang="en-US" b="1" dirty="0"/>
              <a:t>: </a:t>
            </a:r>
            <a:r>
              <a:rPr lang="en-US" dirty="0"/>
              <a:t>agent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przyjmuje</a:t>
            </a:r>
            <a:r>
              <a:rPr lang="en-US" dirty="0"/>
              <a:t> </a:t>
            </a:r>
            <a:r>
              <a:rPr lang="en-US" dirty="0" err="1"/>
              <a:t>jedną</a:t>
            </a:r>
            <a:r>
              <a:rPr lang="en-US" dirty="0"/>
              <a:t> </a:t>
            </a:r>
            <a:r>
              <a:rPr lang="en-US" dirty="0" err="1"/>
              <a:t>cechę</a:t>
            </a:r>
            <a:r>
              <a:rPr lang="en-US" dirty="0"/>
              <a:t> </a:t>
            </a:r>
            <a:r>
              <a:rPr lang="en-US" dirty="0" err="1"/>
              <a:t>sąsiada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zwiększa</a:t>
            </a:r>
            <a:r>
              <a:rPr lang="en-US" dirty="0"/>
              <a:t> </a:t>
            </a:r>
            <a:r>
              <a:rPr lang="en-US" dirty="0" err="1"/>
              <a:t>podobieństwo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10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6288A7-C2FF-EEAF-913F-879F9A7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Przebieg</a:t>
            </a:r>
            <a:r>
              <a:rPr lang="en-US" dirty="0"/>
              <a:t> </a:t>
            </a:r>
            <a:r>
              <a:rPr lang="en-US" dirty="0" err="1"/>
              <a:t>symulacji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17B2F8-4EF7-6C2B-E34A-76E8DFB21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 </a:t>
            </a:r>
            <a:r>
              <a:rPr lang="en-US" dirty="0" err="1"/>
              <a:t>początku</a:t>
            </a:r>
            <a:r>
              <a:rPr lang="en-US" dirty="0"/>
              <a:t>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mają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przypisane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 </a:t>
            </a:r>
            <a:r>
              <a:rPr lang="en-US" dirty="0" err="1"/>
              <a:t>Większość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 ma ze </a:t>
            </a:r>
            <a:r>
              <a:rPr lang="en-US" dirty="0" err="1"/>
              <a:t>sobą</a:t>
            </a:r>
            <a:r>
              <a:rPr lang="en-US" dirty="0"/>
              <a:t> </a:t>
            </a:r>
            <a:r>
              <a:rPr lang="en-US" b="1" dirty="0" err="1"/>
              <a:t>bardzo</a:t>
            </a:r>
            <a:r>
              <a:rPr lang="en-US" b="1" dirty="0"/>
              <a:t> </a:t>
            </a:r>
            <a:r>
              <a:rPr lang="en-US" b="1" dirty="0" err="1"/>
              <a:t>mało</a:t>
            </a:r>
            <a:r>
              <a:rPr lang="en-US" b="1" dirty="0"/>
              <a:t> </a:t>
            </a:r>
            <a:r>
              <a:rPr lang="en-US" b="1" dirty="0" err="1"/>
              <a:t>wspólnego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dużo</a:t>
            </a:r>
            <a:r>
              <a:rPr lang="en-US" dirty="0"/>
              <a:t> </a:t>
            </a:r>
            <a:r>
              <a:rPr lang="en-US" dirty="0" err="1"/>
              <a:t>różnych</a:t>
            </a:r>
            <a:r>
              <a:rPr lang="en-US" dirty="0"/>
              <a:t> </a:t>
            </a:r>
            <a:r>
              <a:rPr lang="en-US" dirty="0" err="1"/>
              <a:t>kolorów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pl-PL" dirty="0"/>
              <a:t>następnym slajdzie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      W </a:t>
            </a:r>
            <a:r>
              <a:rPr lang="en-US" dirty="0" err="1"/>
              <a:t>miarę</a:t>
            </a:r>
            <a:r>
              <a:rPr lang="en-US" dirty="0"/>
              <a:t> </a:t>
            </a:r>
            <a:r>
              <a:rPr lang="en-US" dirty="0" err="1"/>
              <a:t>upływu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(</a:t>
            </a:r>
            <a:r>
              <a:rPr lang="en-US" dirty="0" err="1"/>
              <a:t>zdarzeń</a:t>
            </a:r>
            <a:r>
              <a:rPr lang="en-US" dirty="0"/>
              <a:t>)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interakcje</a:t>
            </a:r>
            <a:r>
              <a:rPr lang="en-US" dirty="0"/>
              <a:t> </a:t>
            </a:r>
            <a:r>
              <a:rPr lang="en-US" dirty="0" err="1"/>
              <a:t>powodują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wspólne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 </a:t>
            </a:r>
            <a:r>
              <a:rPr lang="en-US" b="1" dirty="0" err="1"/>
              <a:t>rozprzestrzeniają</a:t>
            </a:r>
            <a:r>
              <a:rPr lang="en-US" b="1" dirty="0"/>
              <a:t> </a:t>
            </a:r>
            <a:r>
              <a:rPr lang="en-US" b="1" dirty="0" err="1"/>
              <a:t>się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coraz</a:t>
            </a:r>
            <a:r>
              <a:rPr lang="en-US" b="1" dirty="0"/>
              <a:t> </a:t>
            </a:r>
            <a:r>
              <a:rPr lang="en-US" b="1" dirty="0" err="1"/>
              <a:t>większe</a:t>
            </a:r>
            <a:r>
              <a:rPr lang="en-US" b="1" dirty="0"/>
              <a:t> </a:t>
            </a:r>
            <a:r>
              <a:rPr lang="en-US" b="1" dirty="0" err="1"/>
              <a:t>obszary</a:t>
            </a:r>
            <a:r>
              <a:rPr lang="en-US" dirty="0"/>
              <a:t> (</a:t>
            </a:r>
            <a:r>
              <a:rPr lang="en-US" dirty="0" err="1"/>
              <a:t>regiony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      Stan </a:t>
            </a:r>
            <a:r>
              <a:rPr lang="en-US" b="1" dirty="0" err="1"/>
              <a:t>stacjonarny</a:t>
            </a:r>
            <a:r>
              <a:rPr lang="en-US" b="1" dirty="0"/>
              <a:t>: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kończy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stabilizuje</a:t>
            </a:r>
            <a:r>
              <a:rPr lang="en-US" dirty="0"/>
              <a:t>,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żadna</a:t>
            </a:r>
            <a:r>
              <a:rPr lang="en-US" dirty="0"/>
              <a:t> para </a:t>
            </a:r>
            <a:r>
              <a:rPr lang="en-US" dirty="0" err="1"/>
              <a:t>sąsiadujących</a:t>
            </a:r>
            <a:r>
              <a:rPr lang="en-US" dirty="0"/>
              <a:t> </a:t>
            </a:r>
            <a:r>
              <a:rPr lang="en-US" dirty="0" err="1"/>
              <a:t>jednostek</a:t>
            </a:r>
            <a:r>
              <a:rPr lang="en-US" dirty="0"/>
              <a:t> 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już</a:t>
            </a:r>
            <a:r>
              <a:rPr lang="en-US" dirty="0"/>
              <a:t> </a:t>
            </a:r>
            <a:r>
              <a:rPr lang="en-US" dirty="0" err="1"/>
              <a:t>zmienić</a:t>
            </a:r>
            <a:r>
              <a:rPr lang="en-US" dirty="0"/>
              <a:t> </a:t>
            </a:r>
            <a:r>
              <a:rPr lang="en-US" dirty="0" err="1"/>
              <a:t>swojej</a:t>
            </a:r>
            <a:r>
              <a:rPr lang="en-US" dirty="0"/>
              <a:t> </a:t>
            </a:r>
            <a:r>
              <a:rPr lang="en-US" dirty="0" err="1"/>
              <a:t>kultury</a:t>
            </a:r>
            <a:r>
              <a:rPr lang="en-US" dirty="0"/>
              <a:t> (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identyczni</a:t>
            </a:r>
            <a:r>
              <a:rPr lang="en-US" dirty="0"/>
              <a:t> </a:t>
            </a:r>
            <a:r>
              <a:rPr lang="en-US" dirty="0" err="1"/>
              <a:t>albo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odmienni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        </a:t>
            </a:r>
            <a:r>
              <a:rPr lang="en-US" b="1" dirty="0" err="1"/>
              <a:t>Wynik</a:t>
            </a:r>
            <a:r>
              <a:rPr lang="en-US" b="1" dirty="0"/>
              <a:t> </a:t>
            </a:r>
            <a:r>
              <a:rPr lang="en-US" b="1" dirty="0" err="1"/>
              <a:t>końcowy</a:t>
            </a:r>
            <a:r>
              <a:rPr lang="en-US" b="1" dirty="0"/>
              <a:t> </a:t>
            </a:r>
            <a:r>
              <a:rPr lang="en-US" dirty="0"/>
              <a:t>to </a:t>
            </a:r>
            <a:r>
              <a:rPr lang="en-US" dirty="0" err="1"/>
              <a:t>globalna</a:t>
            </a:r>
            <a:r>
              <a:rPr lang="en-US" dirty="0"/>
              <a:t> </a:t>
            </a:r>
            <a:r>
              <a:rPr lang="en-US" dirty="0" err="1"/>
              <a:t>polaryzacja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kilka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odizolowanych</a:t>
            </a:r>
            <a:r>
              <a:rPr lang="en-US" dirty="0"/>
              <a:t> od </a:t>
            </a:r>
            <a:r>
              <a:rPr lang="en-US" dirty="0" err="1"/>
              <a:t>siebie</a:t>
            </a:r>
            <a:r>
              <a:rPr lang="en-US" dirty="0"/>
              <a:t>,  </a:t>
            </a:r>
            <a:r>
              <a:rPr lang="en-US" dirty="0" err="1"/>
              <a:t>stabilnych</a:t>
            </a:r>
            <a:r>
              <a:rPr lang="en-US" dirty="0"/>
              <a:t> </a:t>
            </a:r>
            <a:r>
              <a:rPr lang="en-US" dirty="0" err="1"/>
              <a:t>regionów</a:t>
            </a:r>
            <a:r>
              <a:rPr lang="en-US" dirty="0"/>
              <a:t> </a:t>
            </a:r>
            <a:r>
              <a:rPr lang="en-US" dirty="0" err="1"/>
              <a:t>kulturowych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8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3CB3F2C-B1F3-E809-0AE2-BC335BAD6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45" y="93033"/>
            <a:ext cx="8895910" cy="66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5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B8A69A-FCE4-1153-712A-FAC99C76C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	TU CALE ZDJECIA I STATYSTYKA 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B25650-7C85-A4E5-2F5F-CB2D99D6E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sz="4800" dirty="0">
                <a:highlight>
                  <a:srgbClr val="FFFF00"/>
                </a:highlight>
              </a:rPr>
              <a:t>DO ZROBIENIA</a:t>
            </a:r>
            <a:endParaRPr lang="en-US" sz="4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619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407CC0-3BB3-4563-A997-6BDBBB13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4F3297-7DD6-0EF4-82F1-773AB2F4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6157CB-37E3-1BAD-1464-BA515DC4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końcowe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8976C9-4BCF-B715-7CBA-4FBC45D3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Najważniejszy</a:t>
            </a:r>
            <a:r>
              <a:rPr lang="en-US" dirty="0"/>
              <a:t> </a:t>
            </a:r>
            <a:r>
              <a:rPr lang="en-US" dirty="0" err="1"/>
              <a:t>wniosek</a:t>
            </a:r>
            <a:r>
              <a:rPr lang="en-US" dirty="0"/>
              <a:t> </a:t>
            </a:r>
            <a:r>
              <a:rPr lang="en-US" dirty="0" err="1"/>
              <a:t>płynący</a:t>
            </a:r>
            <a:r>
              <a:rPr lang="en-US" dirty="0"/>
              <a:t> z </a:t>
            </a:r>
            <a:r>
              <a:rPr lang="en-US" dirty="0" err="1"/>
              <a:t>badań</a:t>
            </a:r>
            <a:r>
              <a:rPr lang="en-US" dirty="0"/>
              <a:t> </a:t>
            </a:r>
            <a:r>
              <a:rPr lang="en-US" dirty="0" err="1"/>
              <a:t>Axelroda</a:t>
            </a:r>
            <a:r>
              <a:rPr lang="en-US" dirty="0"/>
              <a:t> </a:t>
            </a:r>
            <a:r>
              <a:rPr lang="en-US" dirty="0" err="1"/>
              <a:t>wskazuje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dążenie</a:t>
            </a:r>
            <a:r>
              <a:rPr lang="en-US" dirty="0"/>
              <a:t> do </a:t>
            </a:r>
            <a:r>
              <a:rPr lang="en-US" dirty="0" err="1"/>
              <a:t>lokalnego</a:t>
            </a:r>
            <a:r>
              <a:rPr lang="en-US" dirty="0"/>
              <a:t> </a:t>
            </a:r>
            <a:r>
              <a:rPr lang="en-US" dirty="0" err="1"/>
              <a:t>podobieństwa</a:t>
            </a:r>
            <a:r>
              <a:rPr lang="pl-PL" dirty="0"/>
              <a:t> </a:t>
            </a:r>
            <a:r>
              <a:rPr lang="en-US"/>
              <a:t>paradoksalnie</a:t>
            </a:r>
            <a:r>
              <a:rPr lang="en-US" dirty="0"/>
              <a:t> </a:t>
            </a:r>
            <a:r>
              <a:rPr lang="en-US" dirty="0" err="1"/>
              <a:t>uniemożliwia</a:t>
            </a:r>
            <a:r>
              <a:rPr lang="en-US" dirty="0"/>
              <a:t> </a:t>
            </a:r>
            <a:r>
              <a:rPr lang="en-US" dirty="0" err="1"/>
              <a:t>całkowite</a:t>
            </a:r>
            <a:r>
              <a:rPr lang="en-US" dirty="0"/>
              <a:t> </a:t>
            </a:r>
            <a:r>
              <a:rPr lang="en-US" dirty="0" err="1"/>
              <a:t>ujednolicenie</a:t>
            </a:r>
            <a:r>
              <a:rPr lang="en-US" dirty="0"/>
              <a:t> </a:t>
            </a:r>
            <a:r>
              <a:rPr lang="en-US" dirty="0" err="1"/>
              <a:t>całego</a:t>
            </a:r>
            <a:r>
              <a:rPr lang="en-US" dirty="0"/>
              <a:t> </a:t>
            </a:r>
            <a:r>
              <a:rPr lang="en-US" dirty="0" err="1"/>
              <a:t>społeczeństwa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cementuje</a:t>
            </a:r>
            <a:r>
              <a:rPr lang="en-US" dirty="0"/>
              <a:t>  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trwałe</a:t>
            </a:r>
            <a:r>
              <a:rPr lang="en-US" dirty="0"/>
              <a:t> </a:t>
            </a:r>
            <a:r>
              <a:rPr lang="en-US" dirty="0" err="1"/>
              <a:t>podziały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poziomie</a:t>
            </a:r>
            <a:r>
              <a:rPr lang="en-US" dirty="0"/>
              <a:t> </a:t>
            </a:r>
            <a:r>
              <a:rPr lang="en-US" dirty="0" err="1"/>
              <a:t>globalnym</a:t>
            </a:r>
            <a:r>
              <a:rPr lang="en-US" dirty="0"/>
              <a:t> (</a:t>
            </a:r>
            <a:r>
              <a:rPr lang="en-US" dirty="0" err="1"/>
              <a:t>wyspy</a:t>
            </a:r>
            <a:r>
              <a:rPr lang="en-US" dirty="0"/>
              <a:t> </a:t>
            </a:r>
            <a:r>
              <a:rPr lang="en-US" dirty="0" err="1"/>
              <a:t>wspólne</a:t>
            </a:r>
            <a:r>
              <a:rPr lang="en-US" dirty="0"/>
              <a:t> </a:t>
            </a:r>
            <a:r>
              <a:rPr lang="en-US" dirty="0" err="1"/>
              <a:t>kulturowo</a:t>
            </a:r>
            <a:r>
              <a:rPr lang="en-US" dirty="0"/>
              <a:t>).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więcej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kulturę</a:t>
            </a:r>
            <a:r>
              <a:rPr lang="en-US" dirty="0"/>
              <a:t>, </a:t>
            </a:r>
            <a:r>
              <a:rPr lang="en-US" dirty="0" err="1"/>
              <a:t>tym</a:t>
            </a:r>
            <a:r>
              <a:rPr lang="en-US" dirty="0"/>
              <a:t> </a:t>
            </a:r>
            <a:r>
              <a:rPr lang="en-US" dirty="0" err="1"/>
              <a:t>mniej</a:t>
            </a:r>
            <a:r>
              <a:rPr lang="en-US" dirty="0"/>
              <a:t> </a:t>
            </a:r>
            <a:r>
              <a:rPr lang="en-US" dirty="0" err="1"/>
              <a:t>stabilnych</a:t>
            </a:r>
            <a:r>
              <a:rPr lang="en-US" dirty="0"/>
              <a:t> </a:t>
            </a:r>
            <a:r>
              <a:rPr lang="en-US" dirty="0" err="1"/>
              <a:t>regionów</a:t>
            </a:r>
            <a:r>
              <a:rPr lang="en-US" dirty="0"/>
              <a:t> </a:t>
            </a:r>
            <a:r>
              <a:rPr lang="en-US" dirty="0" err="1"/>
              <a:t>kulturowych</a:t>
            </a:r>
            <a:r>
              <a:rPr lang="en-US" dirty="0"/>
              <a:t> </a:t>
            </a:r>
            <a:r>
              <a:rPr lang="en-US" dirty="0" err="1"/>
              <a:t>pozostaje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końcu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    (</a:t>
            </a:r>
            <a:r>
              <a:rPr lang="en-US" dirty="0" err="1"/>
              <a:t>sprzeczne</a:t>
            </a:r>
            <a:r>
              <a:rPr lang="en-US" dirty="0"/>
              <a:t> z </a:t>
            </a:r>
            <a:r>
              <a:rPr lang="en-US" dirty="0" err="1"/>
              <a:t>intuicją</a:t>
            </a:r>
            <a:r>
              <a:rPr lang="en-US" dirty="0"/>
              <a:t>). </a:t>
            </a:r>
            <a:r>
              <a:rPr lang="en-US" dirty="0" err="1"/>
              <a:t>Dzieje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</a:t>
            </a:r>
            <a:r>
              <a:rPr lang="en-US" dirty="0" err="1"/>
              <a:t>ponieważ</a:t>
            </a:r>
            <a:r>
              <a:rPr lang="en-US" dirty="0"/>
              <a:t> </a:t>
            </a:r>
            <a:r>
              <a:rPr lang="en-US" dirty="0" err="1"/>
              <a:t>większa</a:t>
            </a:r>
            <a:r>
              <a:rPr lang="en-US" dirty="0"/>
              <a:t> </a:t>
            </a:r>
            <a:r>
              <a:rPr lang="en-US" dirty="0" err="1"/>
              <a:t>liczba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statystycznie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 </a:t>
            </a:r>
            <a:r>
              <a:rPr lang="en-US" dirty="0" err="1"/>
              <a:t>zwiększa</a:t>
            </a:r>
            <a:r>
              <a:rPr lang="en-US" dirty="0"/>
              <a:t> </a:t>
            </a:r>
            <a:r>
              <a:rPr lang="en-US" dirty="0" err="1"/>
              <a:t>szansę</a:t>
            </a:r>
            <a:r>
              <a:rPr lang="en-US" dirty="0"/>
              <a:t> </a:t>
            </a:r>
            <a:r>
              <a:rPr lang="en-US" dirty="0" err="1"/>
              <a:t>posiadania</a:t>
            </a:r>
            <a:r>
              <a:rPr lang="en-US" dirty="0"/>
              <a:t> </a:t>
            </a:r>
            <a:r>
              <a:rPr lang="en-US" dirty="0" err="1"/>
              <a:t>jednego</a:t>
            </a:r>
            <a:r>
              <a:rPr lang="en-US" dirty="0"/>
              <a:t> </a:t>
            </a:r>
            <a:r>
              <a:rPr lang="en-US" dirty="0" err="1"/>
              <a:t>wspólnego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umożliwia</a:t>
            </a:r>
            <a:r>
              <a:rPr lang="en-US" dirty="0"/>
              <a:t> </a:t>
            </a:r>
            <a:r>
              <a:rPr lang="en-US" dirty="0" err="1"/>
              <a:t>interakcje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 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dalsze</a:t>
            </a:r>
            <a:r>
              <a:rPr lang="en-US" dirty="0"/>
              <a:t> </a:t>
            </a:r>
            <a:r>
              <a:rPr lang="en-US" dirty="0" err="1"/>
              <a:t>zwiększanie</a:t>
            </a:r>
            <a:r>
              <a:rPr lang="en-US" dirty="0"/>
              <a:t> </a:t>
            </a:r>
            <a:r>
              <a:rPr lang="en-US" dirty="0" err="1"/>
              <a:t>liczby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   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6752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291</Words>
  <Application>Microsoft Office PowerPoint</Application>
  <PresentationFormat>Panoramiczny</PresentationFormat>
  <Paragraphs>29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Motyw pakietu Office</vt:lpstr>
      <vt:lpstr>Model Axelroda </vt:lpstr>
      <vt:lpstr>Badanie wpływu homofilii na trwałość różnorodności kulturowej      </vt:lpstr>
      <vt:lpstr>Tło historyczne</vt:lpstr>
      <vt:lpstr>Konstrukcja modelu</vt:lpstr>
      <vt:lpstr>Przebieg symulacji</vt:lpstr>
      <vt:lpstr>Prezentacja programu PowerPoint</vt:lpstr>
      <vt:lpstr> TU CALE ZDJECIA I STATYSTYKA </vt:lpstr>
      <vt:lpstr>WNIO</vt:lpstr>
      <vt:lpstr>Wnioski końcowe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Zofia Sopel (287417)</dc:creator>
  <cp:lastModifiedBy>Zofia Sopel (287417)</cp:lastModifiedBy>
  <cp:revision>3</cp:revision>
  <dcterms:created xsi:type="dcterms:W3CDTF">2026-06-19T16:25:08Z</dcterms:created>
  <dcterms:modified xsi:type="dcterms:W3CDTF">2026-06-19T16:52:46Z</dcterms:modified>
</cp:coreProperties>
</file>