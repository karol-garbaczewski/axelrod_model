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9" r:id="rId4"/>
    <p:sldId id="285" r:id="rId5"/>
    <p:sldId id="283" r:id="rId6"/>
    <p:sldId id="286" r:id="rId7"/>
    <p:sldId id="284" r:id="rId8"/>
    <p:sldId id="288" r:id="rId9"/>
    <p:sldId id="289" r:id="rId10"/>
    <p:sldId id="261" r:id="rId11"/>
    <p:sldId id="268" r:id="rId12"/>
    <p:sldId id="279" r:id="rId13"/>
    <p:sldId id="280" r:id="rId14"/>
    <p:sldId id="281" r:id="rId15"/>
    <p:sldId id="282" r:id="rId16"/>
    <p:sldId id="263" r:id="rId17"/>
    <p:sldId id="278" r:id="rId18"/>
    <p:sldId id="271" r:id="rId19"/>
    <p:sldId id="265" r:id="rId20"/>
    <p:sldId id="26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F291EB-6735-4D1A-942D-821418AF55C5}" v="12" dt="2026-06-24T16:30:27.1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ol Garabczewski" userId="6e35707fbcbc2133" providerId="LiveId" clId="{FDA66D67-08B2-4F99-85FD-82FDE8892109}"/>
    <pc:docChg chg="undo custSel addSld delSld modSld">
      <pc:chgData name="Karol Garabczewski" userId="6e35707fbcbc2133" providerId="LiveId" clId="{FDA66D67-08B2-4F99-85FD-82FDE8892109}" dt="2026-06-24T16:32:13.398" v="655" actId="20577"/>
      <pc:docMkLst>
        <pc:docMk/>
      </pc:docMkLst>
      <pc:sldChg chg="addSp delSp modSp new mod">
        <pc:chgData name="Karol Garabczewski" userId="6e35707fbcbc2133" providerId="LiveId" clId="{FDA66D67-08B2-4F99-85FD-82FDE8892109}" dt="2026-06-24T16:27:39.748" v="568" actId="20577"/>
        <pc:sldMkLst>
          <pc:docMk/>
          <pc:sldMk cId="4177816438" sldId="283"/>
        </pc:sldMkLst>
        <pc:spChg chg="mod">
          <ac:chgData name="Karol Garabczewski" userId="6e35707fbcbc2133" providerId="LiveId" clId="{FDA66D67-08B2-4F99-85FD-82FDE8892109}" dt="2026-06-24T16:01:54.246" v="21" actId="20577"/>
          <ac:spMkLst>
            <pc:docMk/>
            <pc:sldMk cId="4177816438" sldId="283"/>
            <ac:spMk id="2" creationId="{6E73E7B9-8195-F34D-5595-4475F0AD43AD}"/>
          </ac:spMkLst>
        </pc:spChg>
        <pc:spChg chg="add del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3" creationId="{1FDA5552-AE7D-5585-2170-6F2AAEA32F70}"/>
          </ac:spMkLst>
        </pc:spChg>
        <pc:spChg chg="add del mod">
          <ac:chgData name="Karol Garabczewski" userId="6e35707fbcbc2133" providerId="LiveId" clId="{FDA66D67-08B2-4F99-85FD-82FDE8892109}" dt="2026-06-24T16:03:50.852" v="72" actId="478"/>
          <ac:spMkLst>
            <pc:docMk/>
            <pc:sldMk cId="4177816438" sldId="283"/>
            <ac:spMk id="4" creationId="{E92E6A4F-04A6-8D7B-21FB-8B6639859B88}"/>
          </ac:spMkLst>
        </pc:spChg>
        <pc:spChg chg="add del mod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6" creationId="{22D2651C-3C2C-1FA5-62A7-21DD3BDDAED0}"/>
          </ac:spMkLst>
        </pc:spChg>
        <pc:spChg chg="add del">
          <ac:chgData name="Karol Garabczewski" userId="6e35707fbcbc2133" providerId="LiveId" clId="{FDA66D67-08B2-4F99-85FD-82FDE8892109}" dt="2026-06-24T16:03:39.649" v="68" actId="478"/>
          <ac:spMkLst>
            <pc:docMk/>
            <pc:sldMk cId="4177816438" sldId="283"/>
            <ac:spMk id="8" creationId="{2001BBC7-1CA3-AF94-07D9-E511560831FE}"/>
          </ac:spMkLst>
        </pc:spChg>
        <pc:spChg chg="add del">
          <ac:chgData name="Karol Garabczewski" userId="6e35707fbcbc2133" providerId="LiveId" clId="{FDA66D67-08B2-4F99-85FD-82FDE8892109}" dt="2026-06-24T16:03:39.310" v="67" actId="478"/>
          <ac:spMkLst>
            <pc:docMk/>
            <pc:sldMk cId="4177816438" sldId="283"/>
            <ac:spMk id="10" creationId="{5A81D67E-CD33-D6D8-3322-B6DE3DE284C0}"/>
          </ac:spMkLst>
        </pc:spChg>
        <pc:spChg chg="add del">
          <ac:chgData name="Karol Garabczewski" userId="6e35707fbcbc2133" providerId="LiveId" clId="{FDA66D67-08B2-4F99-85FD-82FDE8892109}" dt="2026-06-24T16:03:38.879" v="66" actId="478"/>
          <ac:spMkLst>
            <pc:docMk/>
            <pc:sldMk cId="4177816438" sldId="283"/>
            <ac:spMk id="12" creationId="{E42EDBBA-005B-027B-A402-501C119ECA93}"/>
          </ac:spMkLst>
        </pc:spChg>
        <pc:spChg chg="add del">
          <ac:chgData name="Karol Garabczewski" userId="6e35707fbcbc2133" providerId="LiveId" clId="{FDA66D67-08B2-4F99-85FD-82FDE8892109}" dt="2026-06-24T16:03:38.394" v="65" actId="478"/>
          <ac:spMkLst>
            <pc:docMk/>
            <pc:sldMk cId="4177816438" sldId="283"/>
            <ac:spMk id="14" creationId="{76F0FE7C-6EFE-FC96-909E-13C3F5A60585}"/>
          </ac:spMkLst>
        </pc:spChg>
        <pc:spChg chg="add del">
          <ac:chgData name="Karol Garabczewski" userId="6e35707fbcbc2133" providerId="LiveId" clId="{FDA66D67-08B2-4F99-85FD-82FDE8892109}" dt="2026-06-24T16:03:36.220" v="64" actId="478"/>
          <ac:spMkLst>
            <pc:docMk/>
            <pc:sldMk cId="4177816438" sldId="283"/>
            <ac:spMk id="16" creationId="{158DB3DC-FE4B-AA93-6407-2C5DF73FB072}"/>
          </ac:spMkLst>
        </pc:spChg>
        <pc:spChg chg="add mod">
          <ac:chgData name="Karol Garabczewski" userId="6e35707fbcbc2133" providerId="LiveId" clId="{FDA66D67-08B2-4F99-85FD-82FDE8892109}" dt="2026-06-24T16:03:43.091" v="69" actId="1076"/>
          <ac:spMkLst>
            <pc:docMk/>
            <pc:sldMk cId="4177816438" sldId="283"/>
            <ac:spMk id="18" creationId="{162C34F4-E5BF-196B-C3B6-3371932A86FC}"/>
          </ac:spMkLst>
        </pc:spChg>
        <pc:spChg chg="add mod">
          <ac:chgData name="Karol Garabczewski" userId="6e35707fbcbc2133" providerId="LiveId" clId="{FDA66D67-08B2-4F99-85FD-82FDE8892109}" dt="2026-06-24T16:03:46.173" v="70" actId="1076"/>
          <ac:spMkLst>
            <pc:docMk/>
            <pc:sldMk cId="4177816438" sldId="283"/>
            <ac:spMk id="20" creationId="{7A65A284-5220-2432-0399-9DB910A9676E}"/>
          </ac:spMkLst>
        </pc:spChg>
        <pc:spChg chg="add mod">
          <ac:chgData name="Karol Garabczewski" userId="6e35707fbcbc2133" providerId="LiveId" clId="{FDA66D67-08B2-4F99-85FD-82FDE8892109}" dt="2026-06-24T16:03:19.223" v="58" actId="1076"/>
          <ac:spMkLst>
            <pc:docMk/>
            <pc:sldMk cId="4177816438" sldId="283"/>
            <ac:spMk id="22" creationId="{E3580E95-F18E-1221-CA34-5BBD1386E33F}"/>
          </ac:spMkLst>
        </pc:spChg>
        <pc:spChg chg="add mod">
          <ac:chgData name="Karol Garabczewski" userId="6e35707fbcbc2133" providerId="LiveId" clId="{FDA66D67-08B2-4F99-85FD-82FDE8892109}" dt="2026-06-24T16:03:08.477" v="55" actId="1076"/>
          <ac:spMkLst>
            <pc:docMk/>
            <pc:sldMk cId="4177816438" sldId="283"/>
            <ac:spMk id="24" creationId="{A561B71D-0308-4444-F094-B18C604947C7}"/>
          </ac:spMkLst>
        </pc:spChg>
        <pc:spChg chg="add mod">
          <ac:chgData name="Karol Garabczewski" userId="6e35707fbcbc2133" providerId="LiveId" clId="{FDA66D67-08B2-4F99-85FD-82FDE8892109}" dt="2026-06-24T16:03:16.733" v="57" actId="1076"/>
          <ac:spMkLst>
            <pc:docMk/>
            <pc:sldMk cId="4177816438" sldId="283"/>
            <ac:spMk id="26" creationId="{41E2EE0C-5C78-BDA6-CC8C-E8DF1B93D3C0}"/>
          </ac:spMkLst>
        </pc:spChg>
        <pc:spChg chg="add del mod">
          <ac:chgData name="Karol Garabczewski" userId="6e35707fbcbc2133" providerId="LiveId" clId="{FDA66D67-08B2-4F99-85FD-82FDE8892109}" dt="2026-06-24T16:03:35.093" v="62" actId="478"/>
          <ac:spMkLst>
            <pc:docMk/>
            <pc:sldMk cId="4177816438" sldId="283"/>
            <ac:spMk id="28" creationId="{284BCA09-6094-A1B9-CB8C-5F33B0AF64D1}"/>
          </ac:spMkLst>
        </pc:spChg>
        <pc:spChg chg="add del mod">
          <ac:chgData name="Karol Garabczewski" userId="6e35707fbcbc2133" providerId="LiveId" clId="{FDA66D67-08B2-4F99-85FD-82FDE8892109}" dt="2026-06-24T16:03:35.708" v="63" actId="478"/>
          <ac:spMkLst>
            <pc:docMk/>
            <pc:sldMk cId="4177816438" sldId="283"/>
            <ac:spMk id="30" creationId="{532D2F97-314D-1A6A-FA2A-653893738756}"/>
          </ac:spMkLst>
        </pc:spChg>
        <pc:spChg chg="add mod">
          <ac:chgData name="Karol Garabczewski" userId="6e35707fbcbc2133" providerId="LiveId" clId="{FDA66D67-08B2-4F99-85FD-82FDE8892109}" dt="2026-06-24T16:03:48.228" v="71" actId="1076"/>
          <ac:spMkLst>
            <pc:docMk/>
            <pc:sldMk cId="4177816438" sldId="283"/>
            <ac:spMk id="32" creationId="{CA8EF8AA-DAA8-82B5-A9CC-80CA73818898}"/>
          </ac:spMkLst>
        </pc:spChg>
        <pc:spChg chg="add mod">
          <ac:chgData name="Karol Garabczewski" userId="6e35707fbcbc2133" providerId="LiveId" clId="{FDA66D67-08B2-4F99-85FD-82FDE8892109}" dt="2026-06-24T16:02:31.757" v="44" actId="1076"/>
          <ac:spMkLst>
            <pc:docMk/>
            <pc:sldMk cId="4177816438" sldId="283"/>
            <ac:spMk id="34" creationId="{57A84347-3C28-0608-CCE9-FF307F2D1363}"/>
          </ac:spMkLst>
        </pc:spChg>
        <pc:spChg chg="add mod">
          <ac:chgData name="Karol Garabczewski" userId="6e35707fbcbc2133" providerId="LiveId" clId="{FDA66D67-08B2-4F99-85FD-82FDE8892109}" dt="2026-06-24T16:04:24.995" v="78" actId="1076"/>
          <ac:spMkLst>
            <pc:docMk/>
            <pc:sldMk cId="4177816438" sldId="283"/>
            <ac:spMk id="36" creationId="{BB92E317-308C-C82C-F0D6-B1CBCABBAB8F}"/>
          </ac:spMkLst>
        </pc:spChg>
        <pc:spChg chg="add mod">
          <ac:chgData name="Karol Garabczewski" userId="6e35707fbcbc2133" providerId="LiveId" clId="{FDA66D67-08B2-4F99-85FD-82FDE8892109}" dt="2026-06-24T16:04:31.826" v="79" actId="1076"/>
          <ac:spMkLst>
            <pc:docMk/>
            <pc:sldMk cId="4177816438" sldId="283"/>
            <ac:spMk id="38" creationId="{3676DDD0-8F97-CDB3-0733-8AED04BCCE03}"/>
          </ac:spMkLst>
        </pc:spChg>
        <pc:spChg chg="add mod">
          <ac:chgData name="Karol Garabczewski" userId="6e35707fbcbc2133" providerId="LiveId" clId="{FDA66D67-08B2-4F99-85FD-82FDE8892109}" dt="2026-06-24T16:16:07.741" v="423" actId="20577"/>
          <ac:spMkLst>
            <pc:docMk/>
            <pc:sldMk cId="4177816438" sldId="283"/>
            <ac:spMk id="52" creationId="{F3A3AAF2-9249-D8E4-A60F-8997B179BD44}"/>
          </ac:spMkLst>
        </pc:spChg>
        <pc:spChg chg="add mod">
          <ac:chgData name="Karol Garabczewski" userId="6e35707fbcbc2133" providerId="LiveId" clId="{FDA66D67-08B2-4F99-85FD-82FDE8892109}" dt="2026-06-24T16:27:39.748" v="568" actId="20577"/>
          <ac:spMkLst>
            <pc:docMk/>
            <pc:sldMk cId="4177816438" sldId="283"/>
            <ac:spMk id="54" creationId="{FEBE3FE7-FC69-DF23-5693-5BFA66A3C28F}"/>
          </ac:spMkLst>
        </pc:spChg>
        <pc:spChg chg="add mod">
          <ac:chgData name="Karol Garabczewski" userId="6e35707fbcbc2133" providerId="LiveId" clId="{FDA66D67-08B2-4F99-85FD-82FDE8892109}" dt="2026-06-24T16:26:11.567" v="540" actId="20577"/>
          <ac:spMkLst>
            <pc:docMk/>
            <pc:sldMk cId="4177816438" sldId="283"/>
            <ac:spMk id="56" creationId="{F89312C5-49AE-22D6-9603-F3BFEE4F2393}"/>
          </ac:spMkLst>
        </pc:spChg>
        <pc:spChg chg="add mod">
          <ac:chgData name="Karol Garabczewski" userId="6e35707fbcbc2133" providerId="LiveId" clId="{FDA66D67-08B2-4F99-85FD-82FDE8892109}" dt="2026-06-24T16:16:19.830" v="431" actId="20577"/>
          <ac:spMkLst>
            <pc:docMk/>
            <pc:sldMk cId="4177816438" sldId="283"/>
            <ac:spMk id="58" creationId="{C82DE7F7-4A6E-D448-5EA1-FC67861C1AAB}"/>
          </ac:spMkLst>
        </pc:spChg>
        <pc:spChg chg="add mod">
          <ac:chgData name="Karol Garabczewski" userId="6e35707fbcbc2133" providerId="LiveId" clId="{FDA66D67-08B2-4F99-85FD-82FDE8892109}" dt="2026-06-24T16:16:27.742" v="439" actId="20577"/>
          <ac:spMkLst>
            <pc:docMk/>
            <pc:sldMk cId="4177816438" sldId="283"/>
            <ac:spMk id="60" creationId="{778407FD-ACDB-C53D-5EE4-6259F8641BA6}"/>
          </ac:spMkLst>
        </pc:spChg>
        <pc:spChg chg="add mod">
          <ac:chgData name="Karol Garabczewski" userId="6e35707fbcbc2133" providerId="LiveId" clId="{FDA66D67-08B2-4F99-85FD-82FDE8892109}" dt="2026-06-24T16:15:44.094" v="415" actId="1076"/>
          <ac:spMkLst>
            <pc:docMk/>
            <pc:sldMk cId="4177816438" sldId="283"/>
            <ac:spMk id="62" creationId="{2242972C-E54B-FF5E-BF33-C07E8C410F33}"/>
          </ac:spMkLst>
        </pc:spChg>
        <pc:spChg chg="add mod">
          <ac:chgData name="Karol Garabczewski" userId="6e35707fbcbc2133" providerId="LiveId" clId="{FDA66D67-08B2-4F99-85FD-82FDE8892109}" dt="2026-06-24T16:17:02.923" v="447" actId="20577"/>
          <ac:spMkLst>
            <pc:docMk/>
            <pc:sldMk cId="4177816438" sldId="283"/>
            <ac:spMk id="64" creationId="{FA5AA254-9D3B-345A-6B80-DEDB06F4B007}"/>
          </ac:spMkLst>
        </pc:spChg>
        <pc:spChg chg="add mod">
          <ac:chgData name="Karol Garabczewski" userId="6e35707fbcbc2133" providerId="LiveId" clId="{FDA66D67-08B2-4F99-85FD-82FDE8892109}" dt="2026-06-24T16:17:05.770" v="449" actId="20577"/>
          <ac:spMkLst>
            <pc:docMk/>
            <pc:sldMk cId="4177816438" sldId="283"/>
            <ac:spMk id="66" creationId="{9612E740-FAA5-4D31-23E4-29A8C433D625}"/>
          </ac:spMkLst>
        </pc:spChg>
        <pc:spChg chg="add mod">
          <ac:chgData name="Karol Garabczewski" userId="6e35707fbcbc2133" providerId="LiveId" clId="{FDA66D67-08B2-4F99-85FD-82FDE8892109}" dt="2026-06-24T16:17:10.251" v="453" actId="20577"/>
          <ac:spMkLst>
            <pc:docMk/>
            <pc:sldMk cId="4177816438" sldId="283"/>
            <ac:spMk id="68" creationId="{CFD58858-A36C-1E95-CF69-39BCC23728EF}"/>
          </ac:spMkLst>
        </pc:spChg>
        <pc:cxnChg chg="add del mod">
          <ac:chgData name="Karol Garabczewski" userId="6e35707fbcbc2133" providerId="LiveId" clId="{FDA66D67-08B2-4F99-85FD-82FDE8892109}" dt="2026-06-24T16:04:15.038" v="76" actId="478"/>
          <ac:cxnSpMkLst>
            <pc:docMk/>
            <pc:sldMk cId="4177816438" sldId="283"/>
            <ac:cxnSpMk id="40" creationId="{C426C4FF-5DCB-C2BC-2C5C-CE2DA26C076D}"/>
          </ac:cxnSpMkLst>
        </pc:cxnChg>
        <pc:cxnChg chg="add mod">
          <ac:chgData name="Karol Garabczewski" userId="6e35707fbcbc2133" providerId="LiveId" clId="{FDA66D67-08B2-4F99-85FD-82FDE8892109}" dt="2026-06-24T16:04:54.376" v="82" actId="14100"/>
          <ac:cxnSpMkLst>
            <pc:docMk/>
            <pc:sldMk cId="4177816438" sldId="283"/>
            <ac:cxnSpMk id="43" creationId="{C9869464-7E11-25F4-829B-1BB75C4C95EC}"/>
          </ac:cxnSpMkLst>
        </pc:cxnChg>
        <pc:cxnChg chg="add mod">
          <ac:chgData name="Karol Garabczewski" userId="6e35707fbcbc2133" providerId="LiveId" clId="{FDA66D67-08B2-4F99-85FD-82FDE8892109}" dt="2026-06-24T16:05:02.955" v="84" actId="1076"/>
          <ac:cxnSpMkLst>
            <pc:docMk/>
            <pc:sldMk cId="4177816438" sldId="283"/>
            <ac:cxnSpMk id="46" creationId="{5D0C730A-33EB-F4B2-C53D-ED036C246845}"/>
          </ac:cxnSpMkLst>
        </pc:cxnChg>
        <pc:cxnChg chg="add mod">
          <ac:chgData name="Karol Garabczewski" userId="6e35707fbcbc2133" providerId="LiveId" clId="{FDA66D67-08B2-4F99-85FD-82FDE8892109}" dt="2026-06-24T16:05:13.652" v="86" actId="1076"/>
          <ac:cxnSpMkLst>
            <pc:docMk/>
            <pc:sldMk cId="4177816438" sldId="283"/>
            <ac:cxnSpMk id="47" creationId="{61B80037-DFC5-D3FC-9281-B3941B12EE95}"/>
          </ac:cxnSpMkLst>
        </pc:cxnChg>
        <pc:cxnChg chg="add mod">
          <ac:chgData name="Karol Garabczewski" userId="6e35707fbcbc2133" providerId="LiveId" clId="{FDA66D67-08B2-4F99-85FD-82FDE8892109}" dt="2026-06-24T16:05:47.886" v="88" actId="1076"/>
          <ac:cxnSpMkLst>
            <pc:docMk/>
            <pc:sldMk cId="4177816438" sldId="283"/>
            <ac:cxnSpMk id="49" creationId="{9C1D0090-D415-4954-C6E8-7737509B1BAE}"/>
          </ac:cxnSpMkLst>
        </pc:cxnChg>
        <pc:cxnChg chg="add mod">
          <ac:chgData name="Karol Garabczewski" userId="6e35707fbcbc2133" providerId="LiveId" clId="{FDA66D67-08B2-4F99-85FD-82FDE8892109}" dt="2026-06-24T16:05:54.735" v="90" actId="1076"/>
          <ac:cxnSpMkLst>
            <pc:docMk/>
            <pc:sldMk cId="4177816438" sldId="283"/>
            <ac:cxnSpMk id="50" creationId="{4B581ADB-6BD1-383C-8015-40878020625C}"/>
          </ac:cxnSpMkLst>
        </pc:cxnChg>
        <pc:cxnChg chg="add mod">
          <ac:chgData name="Karol Garabczewski" userId="6e35707fbcbc2133" providerId="LiveId" clId="{FDA66D67-08B2-4F99-85FD-82FDE8892109}" dt="2026-06-24T16:05:59.066" v="92" actId="1076"/>
          <ac:cxnSpMkLst>
            <pc:docMk/>
            <pc:sldMk cId="4177816438" sldId="283"/>
            <ac:cxnSpMk id="51" creationId="{5FDA1F15-5941-5C61-97D5-E509DD17DC9F}"/>
          </ac:cxnSpMkLst>
        </pc:cxnChg>
      </pc:sldChg>
      <pc:sldChg chg="addSp delSp modSp new mod">
        <pc:chgData name="Karol Garabczewski" userId="6e35707fbcbc2133" providerId="LiveId" clId="{FDA66D67-08B2-4F99-85FD-82FDE8892109}" dt="2026-06-24T16:28:23.937" v="574" actId="1076"/>
        <pc:sldMkLst>
          <pc:docMk/>
          <pc:sldMk cId="1118797495" sldId="284"/>
        </pc:sldMkLst>
        <pc:spChg chg="mod">
          <ac:chgData name="Karol Garabczewski" userId="6e35707fbcbc2133" providerId="LiveId" clId="{FDA66D67-08B2-4F99-85FD-82FDE8892109}" dt="2026-06-24T16:19:36.932" v="469" actId="20577"/>
          <ac:spMkLst>
            <pc:docMk/>
            <pc:sldMk cId="1118797495" sldId="284"/>
            <ac:spMk id="2" creationId="{64710E48-1FEB-75E1-9FF5-BF24E36679CE}"/>
          </ac:spMkLst>
        </pc:spChg>
        <pc:spChg chg="del">
          <ac:chgData name="Karol Garabczewski" userId="6e35707fbcbc2133" providerId="LiveId" clId="{FDA66D67-08B2-4F99-85FD-82FDE8892109}" dt="2026-06-24T16:20:04.492" v="474" actId="22"/>
          <ac:spMkLst>
            <pc:docMk/>
            <pc:sldMk cId="1118797495" sldId="284"/>
            <ac:spMk id="3" creationId="{1321E44D-E5A7-A62C-4020-62264912505C}"/>
          </ac:spMkLst>
        </pc:spChg>
        <pc:spChg chg="add del">
          <ac:chgData name="Karol Garabczewski" userId="6e35707fbcbc2133" providerId="LiveId" clId="{FDA66D67-08B2-4F99-85FD-82FDE8892109}" dt="2026-06-24T16:19:46.993" v="471" actId="11529"/>
          <ac:spMkLst>
            <pc:docMk/>
            <pc:sldMk cId="1118797495" sldId="284"/>
            <ac:spMk id="4" creationId="{4B38FE26-9255-F9E6-C6B5-F7F8B5BDE69E}"/>
          </ac:spMkLst>
        </pc:spChg>
        <pc:spChg chg="add del">
          <ac:chgData name="Karol Garabczewski" userId="6e35707fbcbc2133" providerId="LiveId" clId="{FDA66D67-08B2-4F99-85FD-82FDE8892109}" dt="2026-06-24T16:19:58.591" v="473" actId="478"/>
          <ac:spMkLst>
            <pc:docMk/>
            <pc:sldMk cId="1118797495" sldId="284"/>
            <ac:spMk id="5" creationId="{D397B0E3-0193-9E9A-7B56-87433D4C4D13}"/>
          </ac:spMkLst>
        </pc:spChg>
        <pc:spChg chg="add del mod">
          <ac:chgData name="Karol Garabczewski" userId="6e35707fbcbc2133" providerId="LiveId" clId="{FDA66D67-08B2-4F99-85FD-82FDE8892109}" dt="2026-06-24T16:20:25.349" v="479" actId="478"/>
          <ac:spMkLst>
            <pc:docMk/>
            <pc:sldMk cId="1118797495" sldId="284"/>
            <ac:spMk id="7" creationId="{2B4F0F80-F488-6F1B-B60B-D6D1D8441C71}"/>
          </ac:spMkLst>
        </pc:spChg>
        <pc:spChg chg="add mod">
          <ac:chgData name="Karol Garabczewski" userId="6e35707fbcbc2133" providerId="LiveId" clId="{FDA66D67-08B2-4F99-85FD-82FDE8892109}" dt="2026-06-24T16:20:55.403" v="483" actId="1076"/>
          <ac:spMkLst>
            <pc:docMk/>
            <pc:sldMk cId="1118797495" sldId="284"/>
            <ac:spMk id="9" creationId="{131B6BCD-3E54-BB78-E755-BCA7545685E5}"/>
          </ac:spMkLst>
        </pc:spChg>
        <pc:spChg chg="add mod">
          <ac:chgData name="Karol Garabczewski" userId="6e35707fbcbc2133" providerId="LiveId" clId="{FDA66D67-08B2-4F99-85FD-82FDE8892109}" dt="2026-06-24T16:21:14.853" v="487" actId="1076"/>
          <ac:spMkLst>
            <pc:docMk/>
            <pc:sldMk cId="1118797495" sldId="284"/>
            <ac:spMk id="11" creationId="{612D9946-9FCE-AD9C-2C98-039CCFD8A53E}"/>
          </ac:spMkLst>
        </pc:spChg>
        <pc:spChg chg="add mod">
          <ac:chgData name="Karol Garabczewski" userId="6e35707fbcbc2133" providerId="LiveId" clId="{FDA66D67-08B2-4F99-85FD-82FDE8892109}" dt="2026-06-24T16:23:46.723" v="505" actId="1076"/>
          <ac:spMkLst>
            <pc:docMk/>
            <pc:sldMk cId="1118797495" sldId="284"/>
            <ac:spMk id="13" creationId="{AB27A452-A91D-34BB-F858-46BFD3DE416A}"/>
          </ac:spMkLst>
        </pc:spChg>
        <pc:spChg chg="add mod">
          <ac:chgData name="Karol Garabczewski" userId="6e35707fbcbc2133" providerId="LiveId" clId="{FDA66D67-08B2-4F99-85FD-82FDE8892109}" dt="2026-06-24T16:21:27.616" v="491" actId="1076"/>
          <ac:spMkLst>
            <pc:docMk/>
            <pc:sldMk cId="1118797495" sldId="284"/>
            <ac:spMk id="15" creationId="{D9242B72-DCF4-C8F1-FEDE-135C0B2699D5}"/>
          </ac:spMkLst>
        </pc:spChg>
        <pc:spChg chg="add mod">
          <ac:chgData name="Karol Garabczewski" userId="6e35707fbcbc2133" providerId="LiveId" clId="{FDA66D67-08B2-4F99-85FD-82FDE8892109}" dt="2026-06-24T16:21:39.259" v="494" actId="1076"/>
          <ac:spMkLst>
            <pc:docMk/>
            <pc:sldMk cId="1118797495" sldId="284"/>
            <ac:spMk id="17" creationId="{8ADAF726-B1A5-29E0-0454-35317E6C03BE}"/>
          </ac:spMkLst>
        </pc:spChg>
        <pc:spChg chg="add mod">
          <ac:chgData name="Karol Garabczewski" userId="6e35707fbcbc2133" providerId="LiveId" clId="{FDA66D67-08B2-4F99-85FD-82FDE8892109}" dt="2026-06-24T16:24:36.462" v="512" actId="1076"/>
          <ac:spMkLst>
            <pc:docMk/>
            <pc:sldMk cId="1118797495" sldId="284"/>
            <ac:spMk id="30" creationId="{5548D2F4-4961-0379-E518-D19D4856086D}"/>
          </ac:spMkLst>
        </pc:spChg>
        <pc:spChg chg="add mod">
          <ac:chgData name="Karol Garabczewski" userId="6e35707fbcbc2133" providerId="LiveId" clId="{FDA66D67-08B2-4F99-85FD-82FDE8892109}" dt="2026-06-24T16:26:04.547" v="536" actId="20577"/>
          <ac:spMkLst>
            <pc:docMk/>
            <pc:sldMk cId="1118797495" sldId="284"/>
            <ac:spMk id="32" creationId="{6D3C2D8F-CCC2-81F0-C64D-FB2CC4361B4C}"/>
          </ac:spMkLst>
        </pc:spChg>
        <pc:spChg chg="add mod">
          <ac:chgData name="Karol Garabczewski" userId="6e35707fbcbc2133" providerId="LiveId" clId="{FDA66D67-08B2-4F99-85FD-82FDE8892109}" dt="2026-06-24T16:25:07.192" v="524" actId="1076"/>
          <ac:spMkLst>
            <pc:docMk/>
            <pc:sldMk cId="1118797495" sldId="284"/>
            <ac:spMk id="34" creationId="{08764B5B-577A-C2E4-C28D-F42F4BB0365F}"/>
          </ac:spMkLst>
        </pc:spChg>
        <pc:spChg chg="add mod">
          <ac:chgData name="Karol Garabczewski" userId="6e35707fbcbc2133" providerId="LiveId" clId="{FDA66D67-08B2-4F99-85FD-82FDE8892109}" dt="2026-06-24T16:25:22.398" v="529" actId="1076"/>
          <ac:spMkLst>
            <pc:docMk/>
            <pc:sldMk cId="1118797495" sldId="284"/>
            <ac:spMk id="36" creationId="{84F7A12F-81EC-6324-76CE-47E4C6116F04}"/>
          </ac:spMkLst>
        </pc:spChg>
        <pc:spChg chg="add mod">
          <ac:chgData name="Karol Garabczewski" userId="6e35707fbcbc2133" providerId="LiveId" clId="{FDA66D67-08B2-4F99-85FD-82FDE8892109}" dt="2026-06-24T16:27:31.393" v="564" actId="20577"/>
          <ac:spMkLst>
            <pc:docMk/>
            <pc:sldMk cId="1118797495" sldId="284"/>
            <ac:spMk id="38" creationId="{416B634B-CA48-13E1-484B-0FFAA0AA75DC}"/>
          </ac:spMkLst>
        </pc:spChg>
        <pc:spChg chg="add mod">
          <ac:chgData name="Karol Garabczewski" userId="6e35707fbcbc2133" providerId="LiveId" clId="{FDA66D67-08B2-4F99-85FD-82FDE8892109}" dt="2026-06-24T16:26:44.583" v="552" actId="20577"/>
          <ac:spMkLst>
            <pc:docMk/>
            <pc:sldMk cId="1118797495" sldId="284"/>
            <ac:spMk id="39" creationId="{16FD7123-3018-ABF3-9811-A76DE5E2FE44}"/>
          </ac:spMkLst>
        </pc:spChg>
        <pc:spChg chg="add del mod">
          <ac:chgData name="Karol Garabczewski" userId="6e35707fbcbc2133" providerId="LiveId" clId="{FDA66D67-08B2-4F99-85FD-82FDE8892109}" dt="2026-06-24T16:26:54.933" v="556" actId="478"/>
          <ac:spMkLst>
            <pc:docMk/>
            <pc:sldMk cId="1118797495" sldId="284"/>
            <ac:spMk id="41" creationId="{EA8CCC9A-C2C7-62E5-77FC-1AA968EA924A}"/>
          </ac:spMkLst>
        </pc:spChg>
        <pc:spChg chg="add mod">
          <ac:chgData name="Karol Garabczewski" userId="6e35707fbcbc2133" providerId="LiveId" clId="{FDA66D67-08B2-4F99-85FD-82FDE8892109}" dt="2026-06-24T16:27:08.531" v="562" actId="20577"/>
          <ac:spMkLst>
            <pc:docMk/>
            <pc:sldMk cId="1118797495" sldId="284"/>
            <ac:spMk id="43" creationId="{2E687FF8-2E0A-F4C6-4D25-DFD31FD71D47}"/>
          </ac:spMkLst>
        </pc:spChg>
        <pc:spChg chg="add mod">
          <ac:chgData name="Karol Garabczewski" userId="6e35707fbcbc2133" providerId="LiveId" clId="{FDA66D67-08B2-4F99-85FD-82FDE8892109}" dt="2026-06-24T16:28:11.596" v="572" actId="20577"/>
          <ac:spMkLst>
            <pc:docMk/>
            <pc:sldMk cId="1118797495" sldId="284"/>
            <ac:spMk id="45" creationId="{7BA17F71-47CB-2FBD-417F-8F0FEA8E8CC4}"/>
          </ac:spMkLst>
        </pc:spChg>
        <pc:spChg chg="add mod">
          <ac:chgData name="Karol Garabczewski" userId="6e35707fbcbc2133" providerId="LiveId" clId="{FDA66D67-08B2-4F99-85FD-82FDE8892109}" dt="2026-06-24T16:28:23.937" v="574" actId="1076"/>
          <ac:spMkLst>
            <pc:docMk/>
            <pc:sldMk cId="1118797495" sldId="284"/>
            <ac:spMk id="47" creationId="{BFE46211-1B17-C36E-5C11-B59990142E9D}"/>
          </ac:spMkLst>
        </pc:spChg>
        <pc:cxnChg chg="add mod">
          <ac:chgData name="Karol Garabczewski" userId="6e35707fbcbc2133" providerId="LiveId" clId="{FDA66D67-08B2-4F99-85FD-82FDE8892109}" dt="2026-06-24T16:23:38.824" v="504" actId="17032"/>
          <ac:cxnSpMkLst>
            <pc:docMk/>
            <pc:sldMk cId="1118797495" sldId="284"/>
            <ac:cxnSpMk id="19" creationId="{3906933A-48B1-4DE6-31F8-ED6E37B3FB43}"/>
          </ac:cxnSpMkLst>
        </pc:cxnChg>
        <pc:cxnChg chg="add mod">
          <ac:chgData name="Karol Garabczewski" userId="6e35707fbcbc2133" providerId="LiveId" clId="{FDA66D67-08B2-4F99-85FD-82FDE8892109}" dt="2026-06-24T16:23:35.610" v="503" actId="17032"/>
          <ac:cxnSpMkLst>
            <pc:docMk/>
            <pc:sldMk cId="1118797495" sldId="284"/>
            <ac:cxnSpMk id="21" creationId="{2B3C4987-50BD-3C34-CC12-4DDC7B419FA9}"/>
          </ac:cxnSpMkLst>
        </pc:cxnChg>
        <pc:cxnChg chg="add mod">
          <ac:chgData name="Karol Garabczewski" userId="6e35707fbcbc2133" providerId="LiveId" clId="{FDA66D67-08B2-4F99-85FD-82FDE8892109}" dt="2026-06-24T16:23:20.712" v="501" actId="17032"/>
          <ac:cxnSpMkLst>
            <pc:docMk/>
            <pc:sldMk cId="1118797495" sldId="284"/>
            <ac:cxnSpMk id="23" creationId="{346C79FC-4A6C-CAB9-0115-6F015A081528}"/>
          </ac:cxnSpMkLst>
        </pc:cxnChg>
        <pc:cxnChg chg="add mod">
          <ac:chgData name="Karol Garabczewski" userId="6e35707fbcbc2133" providerId="LiveId" clId="{FDA66D67-08B2-4F99-85FD-82FDE8892109}" dt="2026-06-24T16:23:46.723" v="505" actId="1076"/>
          <ac:cxnSpMkLst>
            <pc:docMk/>
            <pc:sldMk cId="1118797495" sldId="284"/>
            <ac:cxnSpMk id="25" creationId="{53D9BAA0-6220-6395-B510-807358D00E4F}"/>
          </ac:cxnSpMkLst>
        </pc:cxnChg>
      </pc:sldChg>
      <pc:sldChg chg="addSp delSp modSp new mod">
        <pc:chgData name="Karol Garabczewski" userId="6e35707fbcbc2133" providerId="LiveId" clId="{FDA66D67-08B2-4F99-85FD-82FDE8892109}" dt="2026-06-24T16:12:35.757" v="366" actId="20577"/>
        <pc:sldMkLst>
          <pc:docMk/>
          <pc:sldMk cId="584733732" sldId="285"/>
        </pc:sldMkLst>
        <pc:spChg chg="mod">
          <ac:chgData name="Karol Garabczewski" userId="6e35707fbcbc2133" providerId="LiveId" clId="{FDA66D67-08B2-4F99-85FD-82FDE8892109}" dt="2026-06-24T16:06:32.762" v="101" actId="20577"/>
          <ac:spMkLst>
            <pc:docMk/>
            <pc:sldMk cId="584733732" sldId="285"/>
            <ac:spMk id="2" creationId="{0FDF515C-BEA0-6167-A109-FEB7722E22A1}"/>
          </ac:spMkLst>
        </pc:spChg>
        <pc:spChg chg="mod">
          <ac:chgData name="Karol Garabczewski" userId="6e35707fbcbc2133" providerId="LiveId" clId="{FDA66D67-08B2-4F99-85FD-82FDE8892109}" dt="2026-06-24T16:10:30.074" v="283" actId="20577"/>
          <ac:spMkLst>
            <pc:docMk/>
            <pc:sldMk cId="584733732" sldId="285"/>
            <ac:spMk id="3" creationId="{46C43EA2-9663-4D23-85AF-79F10E830E41}"/>
          </ac:spMkLst>
        </pc:spChg>
        <pc:spChg chg="add del mod">
          <ac:chgData name="Karol Garabczewski" userId="6e35707fbcbc2133" providerId="LiveId" clId="{FDA66D67-08B2-4F99-85FD-82FDE8892109}" dt="2026-06-24T16:11:50.140" v="330"/>
          <ac:spMkLst>
            <pc:docMk/>
            <pc:sldMk cId="584733732" sldId="285"/>
            <ac:spMk id="6" creationId="{3A3E5946-E83D-FA67-E6F1-78A681F1C7F9}"/>
          </ac:spMkLst>
        </pc:spChg>
        <pc:spChg chg="add del mod">
          <ac:chgData name="Karol Garabczewski" userId="6e35707fbcbc2133" providerId="LiveId" clId="{FDA66D67-08B2-4F99-85FD-82FDE8892109}" dt="2026-06-24T16:11:50.141" v="332"/>
          <ac:spMkLst>
            <pc:docMk/>
            <pc:sldMk cId="584733732" sldId="285"/>
            <ac:spMk id="7" creationId="{CDD75693-79C7-4C45-5DEB-F32B1AE9124F}"/>
          </ac:spMkLst>
        </pc:spChg>
        <pc:spChg chg="add mod">
          <ac:chgData name="Karol Garabczewski" userId="6e35707fbcbc2133" providerId="LiveId" clId="{FDA66D67-08B2-4F99-85FD-82FDE8892109}" dt="2026-06-24T16:12:35.757" v="366" actId="20577"/>
          <ac:spMkLst>
            <pc:docMk/>
            <pc:sldMk cId="584733732" sldId="285"/>
            <ac:spMk id="8" creationId="{0EB9B950-B1B8-9E58-8752-63BA81109B26}"/>
          </ac:spMkLst>
        </pc:spChg>
        <pc:cxnChg chg="add">
          <ac:chgData name="Karol Garabczewski" userId="6e35707fbcbc2133" providerId="LiveId" clId="{FDA66D67-08B2-4F99-85FD-82FDE8892109}" dt="2026-06-24T16:10:15.127" v="280" actId="11529"/>
          <ac:cxnSpMkLst>
            <pc:docMk/>
            <pc:sldMk cId="584733732" sldId="285"/>
            <ac:cxnSpMk id="5" creationId="{A8262240-8185-DEDB-F5E4-112D01256BC1}"/>
          </ac:cxnSpMkLst>
        </pc:cxnChg>
      </pc:sldChg>
      <pc:sldChg chg="addSp modSp add mod">
        <pc:chgData name="Karol Garabczewski" userId="6e35707fbcbc2133" providerId="LiveId" clId="{FDA66D67-08B2-4F99-85FD-82FDE8892109}" dt="2026-06-24T16:27:36.318" v="566" actId="20577"/>
        <pc:sldMkLst>
          <pc:docMk/>
          <pc:sldMk cId="3105657409" sldId="286"/>
        </pc:sldMkLst>
        <pc:spChg chg="add mod">
          <ac:chgData name="Karol Garabczewski" userId="6e35707fbcbc2133" providerId="LiveId" clId="{FDA66D67-08B2-4F99-85FD-82FDE8892109}" dt="2026-06-24T16:18:40.130" v="459" actId="1076"/>
          <ac:spMkLst>
            <pc:docMk/>
            <pc:sldMk cId="3105657409" sldId="286"/>
            <ac:spMk id="5" creationId="{39B7D9DC-EF69-40AC-8846-019845ACCDE5}"/>
          </ac:spMkLst>
        </pc:spChg>
        <pc:spChg chg="mod ord">
          <ac:chgData name="Karol Garabczewski" userId="6e35707fbcbc2133" providerId="LiveId" clId="{FDA66D67-08B2-4F99-85FD-82FDE8892109}" dt="2026-06-24T16:18:25.128" v="457" actId="166"/>
          <ac:spMkLst>
            <pc:docMk/>
            <pc:sldMk cId="3105657409" sldId="286"/>
            <ac:spMk id="24" creationId="{6C45BF54-2488-9C22-E776-903DA5069686}"/>
          </ac:spMkLst>
        </pc:spChg>
        <pc:spChg chg="mod">
          <ac:chgData name="Karol Garabczewski" userId="6e35707fbcbc2133" providerId="LiveId" clId="{FDA66D67-08B2-4F99-85FD-82FDE8892109}" dt="2026-06-24T16:27:36.318" v="566" actId="20577"/>
          <ac:spMkLst>
            <pc:docMk/>
            <pc:sldMk cId="3105657409" sldId="286"/>
            <ac:spMk id="54" creationId="{9959F5B0-C84A-CDC9-20CA-02D7CEC71B4C}"/>
          </ac:spMkLst>
        </pc:spChg>
        <pc:spChg chg="mod">
          <ac:chgData name="Karol Garabczewski" userId="6e35707fbcbc2133" providerId="LiveId" clId="{FDA66D67-08B2-4F99-85FD-82FDE8892109}" dt="2026-06-24T16:26:08.203" v="538" actId="20577"/>
          <ac:spMkLst>
            <pc:docMk/>
            <pc:sldMk cId="3105657409" sldId="286"/>
            <ac:spMk id="56" creationId="{6B3EF203-68BC-F9F3-3900-FD35A8A3344E}"/>
          </ac:spMkLst>
        </pc:spChg>
        <pc:cxnChg chg="mod">
          <ac:chgData name="Karol Garabczewski" userId="6e35707fbcbc2133" providerId="LiveId" clId="{FDA66D67-08B2-4F99-85FD-82FDE8892109}" dt="2026-06-24T16:17:48.625" v="455" actId="1076"/>
          <ac:cxnSpMkLst>
            <pc:docMk/>
            <pc:sldMk cId="3105657409" sldId="286"/>
            <ac:cxnSpMk id="50" creationId="{8EA55B8F-2BF8-8B7E-4219-9347607A451B}"/>
          </ac:cxnSpMkLst>
        </pc:cxnChg>
      </pc:sldChg>
      <pc:sldChg chg="modSp new del mod">
        <pc:chgData name="Karol Garabczewski" userId="6e35707fbcbc2133" providerId="LiveId" clId="{FDA66D67-08B2-4F99-85FD-82FDE8892109}" dt="2026-06-24T16:28:59.950" v="595" actId="47"/>
        <pc:sldMkLst>
          <pc:docMk/>
          <pc:sldMk cId="1472698360" sldId="287"/>
        </pc:sldMkLst>
        <pc:spChg chg="mod">
          <ac:chgData name="Karol Garabczewski" userId="6e35707fbcbc2133" providerId="LiveId" clId="{FDA66D67-08B2-4F99-85FD-82FDE8892109}" dt="2026-06-24T16:28:53.014" v="593" actId="20577"/>
          <ac:spMkLst>
            <pc:docMk/>
            <pc:sldMk cId="1472698360" sldId="287"/>
            <ac:spMk id="2" creationId="{71290A9D-FEE6-90D5-048B-EA5A33380B58}"/>
          </ac:spMkLst>
        </pc:spChg>
      </pc:sldChg>
      <pc:sldChg chg="modSp add mod">
        <pc:chgData name="Karol Garabczewski" userId="6e35707fbcbc2133" providerId="LiveId" clId="{FDA66D67-08B2-4F99-85FD-82FDE8892109}" dt="2026-06-24T16:29:43.207" v="596" actId="207"/>
        <pc:sldMkLst>
          <pc:docMk/>
          <pc:sldMk cId="3565329498" sldId="288"/>
        </pc:sldMkLst>
        <pc:spChg chg="mod">
          <ac:chgData name="Karol Garabczewski" userId="6e35707fbcbc2133" providerId="LiveId" clId="{FDA66D67-08B2-4F99-85FD-82FDE8892109}" dt="2026-06-24T16:29:43.207" v="596" actId="207"/>
          <ac:spMkLst>
            <pc:docMk/>
            <pc:sldMk cId="3565329498" sldId="288"/>
            <ac:spMk id="15" creationId="{D3BD3A29-07AC-309F-9B64-BD8F95B9EB68}"/>
          </ac:spMkLst>
        </pc:spChg>
      </pc:sldChg>
      <pc:sldChg chg="addSp modSp add mod">
        <pc:chgData name="Karol Garabczewski" userId="6e35707fbcbc2133" providerId="LiveId" clId="{FDA66D67-08B2-4F99-85FD-82FDE8892109}" dt="2026-06-24T16:32:13.398" v="655" actId="20577"/>
        <pc:sldMkLst>
          <pc:docMk/>
          <pc:sldMk cId="3975637616" sldId="289"/>
        </pc:sldMkLst>
        <pc:spChg chg="add mod">
          <ac:chgData name="Karol Garabczewski" userId="6e35707fbcbc2133" providerId="LiveId" clId="{FDA66D67-08B2-4F99-85FD-82FDE8892109}" dt="2026-06-24T16:31:40.820" v="653" actId="14100"/>
          <ac:spMkLst>
            <pc:docMk/>
            <pc:sldMk cId="3975637616" sldId="289"/>
            <ac:spMk id="3" creationId="{FDF8329F-0805-4891-C012-7562F2DE2D8A}"/>
          </ac:spMkLst>
        </pc:spChg>
        <pc:spChg chg="mod">
          <ac:chgData name="Karol Garabczewski" userId="6e35707fbcbc2133" providerId="LiveId" clId="{FDA66D67-08B2-4F99-85FD-82FDE8892109}" dt="2026-06-24T16:30:15.695" v="599" actId="20577"/>
          <ac:spMkLst>
            <pc:docMk/>
            <pc:sldMk cId="3975637616" sldId="289"/>
            <ac:spMk id="30" creationId="{8DFE19C5-5B3B-5C03-A8E9-D957B2698F1B}"/>
          </ac:spMkLst>
        </pc:spChg>
        <pc:spChg chg="mod">
          <ac:chgData name="Karol Garabczewski" userId="6e35707fbcbc2133" providerId="LiveId" clId="{FDA66D67-08B2-4F99-85FD-82FDE8892109}" dt="2026-06-24T16:32:13.398" v="655" actId="20577"/>
          <ac:spMkLst>
            <pc:docMk/>
            <pc:sldMk cId="3975637616" sldId="289"/>
            <ac:spMk id="47" creationId="{7CE31329-00DB-DA96-9A24-0AC1472C4AF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0516DF-AA08-42DB-AE84-024A6CB5A4E7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b="1" dirty="0"/>
              <a:t>Stworzenie modelu</a:t>
            </a:r>
            <a:r>
              <a:rPr lang="pl-PL" dirty="0"/>
              <a:t>: budujemy macierz kwadratową, której elementy to agenci, wektory liczb interpretowane jako wektory cech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</a:t>
            </a:r>
            <a:r>
              <a:rPr lang="pl-PL" dirty="0"/>
              <a:t>losowo wybieramy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pl-PL" dirty="0"/>
              <a:t>, </a:t>
            </a:r>
            <a:r>
              <a:rPr lang="en-US" dirty="0"/>
              <a:t>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47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DF515C-BEA0-6167-A109-FEB7722E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Agenci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6C43EA2-9663-4D23-85AF-79F10E83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Zbiór cech o określonej długości, które mogą przyjmować różne wartości. </a:t>
            </a:r>
          </a:p>
          <a:p>
            <a:pPr marL="0" indent="0">
              <a:buNone/>
            </a:pPr>
            <a:r>
              <a:rPr lang="pl-PL" dirty="0"/>
              <a:t>Np. [1, 0, 5, 7]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dirty="0"/>
              <a:t>Kiedy agenci są podobni?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0, 5, 7]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3, 4, 6]			</a:t>
            </a:r>
          </a:p>
          <a:p>
            <a:pPr marL="0" indent="0">
              <a:buNone/>
            </a:pPr>
            <a:r>
              <a:rPr lang="pl-PL" dirty="0"/>
              <a:t>				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A8262240-8185-DEDB-F5E4-112D01256BC1}"/>
              </a:ext>
            </a:extLst>
          </p:cNvPr>
          <p:cNvCxnSpPr/>
          <p:nvPr/>
        </p:nvCxnSpPr>
        <p:spPr>
          <a:xfrm>
            <a:off x="2517058" y="4709652"/>
            <a:ext cx="13961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0EB9B950-B1B8-9E58-8752-63BA81109B26}"/>
              </a:ext>
            </a:extLst>
          </p:cNvPr>
          <p:cNvSpPr txBox="1"/>
          <p:nvPr/>
        </p:nvSpPr>
        <p:spPr>
          <a:xfrm>
            <a:off x="4090218" y="4478812"/>
            <a:ext cx="7187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/>
              <a:t>Podobieństwo, szansa interakcji = 1/4</a:t>
            </a:r>
          </a:p>
        </p:txBody>
      </p:sp>
    </p:spTree>
    <p:extLst>
      <p:ext uri="{BB962C8B-B14F-4D97-AF65-F5344CB8AC3E}">
        <p14:creationId xmlns:p14="http://schemas.microsoft.com/office/powerpoint/2010/main" val="584733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73E7B9-8195-F34D-5595-4475F0AD4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FDA5552-AE7D-5585-2170-6F2AAEA32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162C34F4-E5BF-196B-C3B6-3371932A86FC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7A65A284-5220-2432-0399-9DB910A9676E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E3580E95-F18E-1221-CA34-5BBD1386E33F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A561B71D-0308-4444-F094-B18C604947C7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41E2EE0C-5C78-BDA6-CC8C-E8DF1B93D3C0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CA8EF8AA-DAA8-82B5-A9CC-80CA73818898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57A84347-3C28-0608-CCE9-FF307F2D1363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BB92E317-308C-C82C-F0D6-B1CBCABBAB8F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3676DDD0-8F97-CDB3-0733-8AED04BCCE03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C9869464-7E11-25F4-829B-1BB75C4C95EC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5D0C730A-33EB-F4B2-C53D-ED036C246845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61B80037-DFC5-D3FC-9281-B3941B12EE95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9C1D0090-D415-4954-C6E8-7737509B1BAE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4B581ADB-6BD1-383C-8015-40878020625C}"/>
              </a:ext>
            </a:extLst>
          </p:cNvPr>
          <p:cNvCxnSpPr/>
          <p:nvPr/>
        </p:nvCxnSpPr>
        <p:spPr>
          <a:xfrm>
            <a:off x="6405715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5FDA1F15-5941-5C61-97D5-E509DD17DC9F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F3A3AAF2-9249-D8E4-A60F-8997B179BD44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FEBE3FE7-FC69-DF23-5693-5BFA66A3C28F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F89312C5-49AE-22D6-9603-F3BFEE4F2393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C82DE7F7-4A6E-D448-5EA1-FC67861C1AAB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778407FD-ACDB-C53D-5EE4-6259F8641BA6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2242972C-E54B-FF5E-BF33-C07E8C410F33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A5AA254-9D3B-345A-6B80-DEDB06F4B007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9612E740-FAA5-4D31-23E4-29A8C433D625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CFD58858-A36C-1E95-CF69-39BCC23728EF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4177816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1F98-980C-CC9A-BA44-2231D062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116FD7-2DC7-AE82-7D9A-C02FAC9F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17E801E-1873-9B8F-B89A-D9B54AEAA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CDD79732-7961-E532-49E9-82AB340E5D78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A1CD4372-0AA9-DC81-53BD-4A0F0751A8CA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0F5FD360-3689-240A-2705-BDBA7FF5451A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E33D377E-50BF-93D6-998C-A9266AEADCEA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43CED3C7-DEA7-84FF-4BDE-8A1D8F9C985A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4695BF99-F0C8-F06F-CA7C-CE3A27C8D14B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AC3A48EA-7380-AD62-4E04-B2CA8C46E261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DDDE7F28-CD4A-A28F-192D-A1BD70C6E9AC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6407FD4B-09D5-34E4-8872-E6E7A47F226A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86E13F02-5E05-47FF-AEEC-CEA45824139C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F648A2CD-7095-A2BC-C530-D519B6F89D83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F1CA3D66-2D96-B533-830A-8B6EDE07EC27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8EA55B8F-2BF8-8B7E-4219-9347607A451B}"/>
              </a:ext>
            </a:extLst>
          </p:cNvPr>
          <p:cNvCxnSpPr/>
          <p:nvPr/>
        </p:nvCxnSpPr>
        <p:spPr>
          <a:xfrm>
            <a:off x="6386050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7D6EF537-030E-12CC-CDB6-9945A02360ED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309722FB-BF90-B681-CFCD-34B159C17C5E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9959F5B0-C84A-CDC9-20CA-02D7CEC71B4C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6B3EF203-68BC-F9F3-3900-FD35A8A3344E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96988D90-C752-6A0F-74C2-B99175F4DAA8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83623277-F3D3-2804-C0AF-7342EC2B349F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DD1C364B-FF42-F778-4580-D19D7C36FB00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CB7F36D-CCC3-F548-F792-3E792B78B614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2A9E1FAF-3F9C-824E-2518-955EBD07544F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41D01D82-0805-5412-299A-F5A09ABB81CE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6C45BF54-2488-9C22-E776-903DA5069686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9B7D9DC-EF69-40AC-8846-019845ACCDE5}"/>
              </a:ext>
            </a:extLst>
          </p:cNvPr>
          <p:cNvSpPr txBox="1"/>
          <p:nvPr/>
        </p:nvSpPr>
        <p:spPr>
          <a:xfrm>
            <a:off x="5860612" y="3606205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3105657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710E48-1FEB-75E1-9FF5-BF24E366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131B6BCD-3E54-BB78-E755-BCA7545685E5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612D9946-9FCE-AD9C-2C98-039CCFD8A53E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AB27A452-A91D-34BB-F858-46BFD3DE416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9242B72-DCF4-C8F1-FEDE-135C0B2699D5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8ADAF726-B1A5-29E0-0454-35317E6C03BE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3906933A-48B1-4DE6-31F8-ED6E37B3FB43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2B3C4987-50BD-3C34-CC12-4DDC7B419FA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346C79FC-4A6C-CAB9-0115-6F015A081528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53D9BAA0-6220-6395-B510-807358D00E4F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5548D2F4-4961-0379-E518-D19D4856086D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6D3C2D8F-CCC2-81F0-C64D-FB2CC4361B4C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08764B5B-577A-C2E4-C28D-F42F4BB0365F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84F7A12F-81EC-6324-76CE-47E4C6116F04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416B634B-CA48-13E1-484B-0FFAA0AA75DC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16FD7123-3018-ABF3-9811-A76DE5E2FE44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E687FF8-2E0A-F4C6-4D25-DFD31FD71D47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7BA17F71-47CB-2FBD-417F-8F0FEA8E8CC4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BFE46211-1B17-C36E-5C11-B59990142E9D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118797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BFE6-52D4-48FF-820C-FDA04246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B00865E-1DDD-AD45-8CC9-8F068ECF4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43084442-39ED-85AE-F37C-C761048EA483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FBE93C4B-D690-660B-A806-D67678AC0D38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35EF87F6-C951-6031-6809-28AF2798DC7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3BD3A29-07AC-309F-9B64-BD8F95B9EB68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375D1CD5-7461-D585-19AE-E22ED71CE80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4F4C1783-0E75-0B3A-0991-88064C6E6AE5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F38EE3C2-65FB-0F0D-4C00-6AFE65C48A85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664C1242-0693-9AC7-8610-1B6ECC9DBE10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E0092A95-3260-F54D-01C6-25C824180891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AABC309A-AB24-ECE8-6D97-57405EE30C07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D059CC28-724A-408E-CEB4-DF4E26C84AC5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B324DAC9-D543-113B-AA79-351DC68030BA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F49E8997-06E0-5C96-B6C2-B3EF0A10D641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75F1D24B-A757-BC58-E1D3-9FA17F5EE5E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09BFD67E-13F0-40B3-8A1D-9178EFB08CD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BAB75950-07C5-49C4-0414-5E32533518D1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11392DA1-ACC3-0BF0-AEC4-32CFA300F05A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8039A616-E6D9-9832-FBB3-242A8BDFAF20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56532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A6215-C4E6-AC75-6B6A-8E9F542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D7C586-07EE-1C78-5CBD-B68A055C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FF138750-3521-FA2B-4E44-893432237AA2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7E1E8B2E-5FE2-4B44-A8B7-69EAAA4B471B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8B28CFAC-4C52-71BD-D6DC-330134587056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26925B68-1884-F793-03FF-065054D022DB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953F0EC4-1CF8-7E0D-B8D0-328701AC1BA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5E26CC31-45B2-EDA6-135F-32B7459D6C8F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E37ED14B-9E32-E8B4-B5AD-FA683BE24DF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E9A41BD0-FB61-145F-7A27-0F9371309519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C7A8A049-38D0-DF0F-5CED-DFA6E4C7E529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8DFE19C5-5B3B-5C03-A8E9-D957B2698F1B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</a:t>
            </a:r>
            <a:r>
              <a:rPr lang="en-US" dirty="0">
                <a:solidFill>
                  <a:schemeClr val="bg1"/>
                </a:solidFill>
              </a:rPr>
              <a:t>4</a:t>
            </a:r>
            <a:r>
              <a:rPr lang="pl-PL" dirty="0">
                <a:solidFill>
                  <a:schemeClr val="bg1"/>
                </a:solidFill>
              </a:rPr>
              <a:t>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2746DD0B-1E50-8405-7571-D6C5BFA8C40D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6C9A7DE0-549F-0BEE-1B08-404DA57F7D16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1ECEFE5D-728C-4432-46D6-754814153758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B2FE0B97-3C01-033F-5A34-0F3210F583D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3CEB0D2C-04B5-70E9-9086-803EF12953A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F5293F2-E47E-9835-C036-672AD1F2A370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498259D8-790A-FD42-3BB8-D15B458ED709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7CE31329-00DB-DA96-9A24-0AC1472C4AF8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DF8329F-0805-4891-C012-7562F2DE2D8A}"/>
              </a:ext>
            </a:extLst>
          </p:cNvPr>
          <p:cNvSpPr txBox="1"/>
          <p:nvPr/>
        </p:nvSpPr>
        <p:spPr>
          <a:xfrm>
            <a:off x="780435" y="1584014"/>
            <a:ext cx="34965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 err="1"/>
              <a:t>Zmieniamy</a:t>
            </a:r>
            <a:r>
              <a:rPr lang="en-US" sz="2600" dirty="0"/>
              <a:t> </a:t>
            </a:r>
            <a:r>
              <a:rPr lang="en-US" sz="2600" dirty="0" err="1"/>
              <a:t>losową</a:t>
            </a:r>
            <a:r>
              <a:rPr lang="en-US" sz="2600" dirty="0"/>
              <a:t> </a:t>
            </a:r>
            <a:r>
              <a:rPr lang="en-US" sz="2600" dirty="0" err="1"/>
              <a:t>cechę</a:t>
            </a:r>
            <a:r>
              <a:rPr lang="en-US" sz="2600" dirty="0"/>
              <a:t>, </a:t>
            </a:r>
            <a:r>
              <a:rPr lang="en-US" sz="2600" dirty="0" err="1"/>
              <a:t>którą</a:t>
            </a:r>
            <a:r>
              <a:rPr lang="en-US" sz="2600" dirty="0"/>
              <a:t> </a:t>
            </a:r>
            <a:r>
              <a:rPr lang="en-US" sz="2600" dirty="0" err="1"/>
              <a:t>się</a:t>
            </a:r>
            <a:r>
              <a:rPr lang="en-US" sz="2600" dirty="0"/>
              <a:t> </a:t>
            </a:r>
            <a:r>
              <a:rPr lang="en-US" sz="2600" dirty="0" err="1"/>
              <a:t>rożnią</a:t>
            </a:r>
            <a:r>
              <a:rPr lang="en-US" sz="2600" dirty="0"/>
              <a:t>.</a:t>
            </a:r>
            <a:endParaRPr lang="pl-PL" sz="2600" dirty="0"/>
          </a:p>
        </p:txBody>
      </p:sp>
    </p:spTree>
    <p:extLst>
      <p:ext uri="{BB962C8B-B14F-4D97-AF65-F5344CB8AC3E}">
        <p14:creationId xmlns:p14="http://schemas.microsoft.com/office/powerpoint/2010/main" val="3975637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61"/>
          <a:stretch>
            <a:fillRect/>
          </a:stretch>
        </p:blipFill>
        <p:spPr>
          <a:xfrm>
            <a:off x="2261936" y="0"/>
            <a:ext cx="9673389" cy="675002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8DAC0634-F7D3-2AC5-5478-1014E6CD789D}"/>
              </a:ext>
            </a:extLst>
          </p:cNvPr>
          <p:cNvSpPr txBox="1"/>
          <p:nvPr/>
        </p:nvSpPr>
        <p:spPr>
          <a:xfrm>
            <a:off x="481262" y="4811616"/>
            <a:ext cx="3100138" cy="155427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</a:t>
            </a:r>
          </a:p>
          <a:p>
            <a:r>
              <a:rPr lang="pl-PL" sz="1900" dirty="0"/>
              <a:t>liczba wariantów: 6</a:t>
            </a:r>
          </a:p>
          <a:p>
            <a:r>
              <a:rPr lang="pl-PL" sz="1900" dirty="0"/>
              <a:t>długość boku siatki: 15</a:t>
            </a:r>
          </a:p>
          <a:p>
            <a:r>
              <a:rPr lang="pl-PL" sz="1900" dirty="0"/>
              <a:t>liczba iteracji: &lt;1mln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FB32805-6F4F-BDDA-1811-5FDFEAF37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799" y="1037570"/>
            <a:ext cx="2418081" cy="29846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04838392-E671-208D-C04A-254AFF27D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799" y="822960"/>
            <a:ext cx="2330692" cy="214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873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BD9F-7388-27B7-6E97-13AEFA7F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4693E866-FE5B-AD44-8FA5-3862CBAF0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36" y="76200"/>
            <a:ext cx="8940800" cy="670560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B774FEC-EBFA-B662-1372-7D093BD8B71A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&lt;300000</a:t>
            </a:r>
          </a:p>
        </p:txBody>
      </p:sp>
    </p:spTree>
    <p:extLst>
      <p:ext uri="{BB962C8B-B14F-4D97-AF65-F5344CB8AC3E}">
        <p14:creationId xmlns:p14="http://schemas.microsoft.com/office/powerpoint/2010/main" val="245544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EEFD-4777-E5BE-A441-F2ED6C94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8AA74A69-C74E-CA5A-4969-7D4FF901D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790" y="144378"/>
            <a:ext cx="8758990" cy="6569243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35EFD6F-418E-DEBF-4D57-0A479983EECB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&lt;400000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BD0C09B4-26CE-4575-BDA9-DE177BA3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792" y="304800"/>
            <a:ext cx="3877218" cy="288364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55926E9D-9C6D-461D-CA0A-C9934EBC198E}"/>
              </a:ext>
            </a:extLst>
          </p:cNvPr>
          <p:cNvSpPr txBox="1"/>
          <p:nvPr/>
        </p:nvSpPr>
        <p:spPr>
          <a:xfrm>
            <a:off x="3446284" y="288758"/>
            <a:ext cx="8288233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900" dirty="0"/>
              <a:t>Unormowana wielkość największego regionu w zależności od liczby wariantów</a:t>
            </a:r>
          </a:p>
        </p:txBody>
      </p:sp>
    </p:spTree>
    <p:extLst>
      <p:ext uri="{BB962C8B-B14F-4D97-AF65-F5344CB8AC3E}">
        <p14:creationId xmlns:p14="http://schemas.microsoft.com/office/powerpoint/2010/main" val="1244680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A47C-9D1B-ADDB-C999-E46054B3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D1C94B36-4188-B57F-D942-9E288C45B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00" y="244638"/>
            <a:ext cx="9794000" cy="612125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E702975-534F-BD40-3DB2-DC29CD0460FD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liczba wariantów: 5</a:t>
            </a:r>
          </a:p>
          <a:p>
            <a:r>
              <a:rPr lang="pl-PL" sz="1900" dirty="0"/>
              <a:t>liczba iteracji: &lt;1mln</a:t>
            </a:r>
          </a:p>
        </p:txBody>
      </p:sp>
    </p:spTree>
    <p:extLst>
      <p:ext uri="{BB962C8B-B14F-4D97-AF65-F5344CB8AC3E}">
        <p14:creationId xmlns:p14="http://schemas.microsoft.com/office/powerpoint/2010/main" val="2773652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C778C-6913-9203-0009-771F46F9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0145A6B3-F51E-DF0E-0AF2-74CD15D5F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263"/>
            <a:ext cx="12192000" cy="487679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172743B8-D8F6-9E33-B65F-B2EE3D858D57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3, liczba wariantów: 6</a:t>
            </a:r>
          </a:p>
          <a:p>
            <a:r>
              <a:rPr lang="pl-PL" sz="1900" dirty="0"/>
              <a:t>długość boku siatki: 18,  liczba iteracji: 1mln</a:t>
            </a:r>
          </a:p>
        </p:txBody>
      </p:sp>
    </p:spTree>
    <p:extLst>
      <p:ext uri="{BB962C8B-B14F-4D97-AF65-F5344CB8AC3E}">
        <p14:creationId xmlns:p14="http://schemas.microsoft.com/office/powerpoint/2010/main" val="2513979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839201" cy="422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3600" dirty="0"/>
              <a:t>Wprowadzamy nowe typy sąsiedztw: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Rozszerzone – zwiększamy sąsiedztwo o przekątne (z 4 wspólnych do 8).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Toroidalne – łączymy agentów na brzegach (za</a:t>
            </a:r>
            <a:r>
              <a:rPr lang="en-US" sz="3600" dirty="0" err="1"/>
              <a:t>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pl-PL" sz="3600" dirty="0"/>
              <a:t>), wy</a:t>
            </a:r>
            <a:r>
              <a:rPr lang="en-US" sz="3600" dirty="0" err="1"/>
              <a:t>równując</a:t>
            </a:r>
            <a:r>
              <a:rPr lang="en-US" sz="3600" dirty="0"/>
              <a:t> </a:t>
            </a:r>
            <a:r>
              <a:rPr lang="en-US" sz="3600" dirty="0" err="1"/>
              <a:t>szanse</a:t>
            </a:r>
            <a:r>
              <a:rPr lang="en-US" sz="3600" dirty="0"/>
              <a:t> </a:t>
            </a:r>
            <a:r>
              <a:rPr lang="en-US" sz="3600" dirty="0" err="1"/>
              <a:t>interakcj</a:t>
            </a:r>
            <a:r>
              <a:rPr lang="pl-PL" sz="3600" dirty="0"/>
              <a:t>i.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B6D-D60C-623B-DF2D-F83D89D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B1180836-521C-4E00-E013-C85F79DFE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0" y="144379"/>
            <a:ext cx="12153890" cy="5064121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76416-235D-E25C-30AC-483D5D255A56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2mln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D5815F6-BA71-98FE-D1B4-B0D71CC12B44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A</a:t>
            </a:r>
          </a:p>
        </p:txBody>
      </p:sp>
    </p:spTree>
    <p:extLst>
      <p:ext uri="{BB962C8B-B14F-4D97-AF65-F5344CB8AC3E}">
        <p14:creationId xmlns:p14="http://schemas.microsoft.com/office/powerpoint/2010/main" val="338881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97A5FA6D-A409-3767-1C9F-4EEC8B12B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7" y="144379"/>
            <a:ext cx="12166333" cy="5069305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75CDD93B-F121-21E0-1374-5C6EF0B1751B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1mln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30A3FC0-811A-7882-6409-E81F1253BC56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B</a:t>
            </a:r>
          </a:p>
        </p:txBody>
      </p:sp>
    </p:spTree>
    <p:extLst>
      <p:ext uri="{BB962C8B-B14F-4D97-AF65-F5344CB8AC3E}">
        <p14:creationId xmlns:p14="http://schemas.microsoft.com/office/powerpoint/2010/main" val="438986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Więcej sąsiadów powoduje bardziej ekspansywną wymianę kulturową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Mniej sąsiadów sprzyja tworzeniu się odrębnych regionów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Dla większej liczby sąsiadów rośnie </a:t>
            </a:r>
            <a:r>
              <a:rPr lang="pl-PL" b="1" dirty="0"/>
              <a:t>konkurencja o dominację kulturową</a:t>
            </a:r>
            <a:r>
              <a:rPr lang="pl-PL" dirty="0"/>
              <a:t> z innymi agentami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Model toroidalny likwiduje możliwość łatwiejszego upodabniania się kultury na brzegach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cech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en-US" sz="12800" dirty="0"/>
              <a:t> </a:t>
            </a:r>
            <a:r>
              <a:rPr lang="en-US" sz="12800" b="1" dirty="0" err="1"/>
              <a:t>mniej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 (</a:t>
            </a:r>
            <a:r>
              <a:rPr lang="en-US" sz="12800" dirty="0" err="1"/>
              <a:t>sprzeczne</a:t>
            </a:r>
            <a:r>
              <a:rPr lang="en-US" sz="12800" dirty="0"/>
              <a:t> z </a:t>
            </a:r>
            <a:r>
              <a:rPr lang="en-US" sz="12800" dirty="0" err="1"/>
              <a:t>intuicją</a:t>
            </a:r>
            <a:r>
              <a:rPr lang="en-US" sz="12800" dirty="0"/>
              <a:t>).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794</Words>
  <Application>Microsoft Office PowerPoint</Application>
  <PresentationFormat>Panoramiczny</PresentationFormat>
  <Paragraphs>139</Paragraphs>
  <Slides>20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Agenci </vt:lpstr>
      <vt:lpstr>Macierz agentów</vt:lpstr>
      <vt:lpstr>Macierz agentów</vt:lpstr>
      <vt:lpstr>Interakcje</vt:lpstr>
      <vt:lpstr>Interakcje</vt:lpstr>
      <vt:lpstr>Interakcje</vt:lpstr>
      <vt:lpstr>Przebieg symulacji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Rozszerzenie modelu</vt:lpstr>
      <vt:lpstr>Prezentacja programu PowerPoint</vt:lpstr>
      <vt:lpstr>Prezentacja programu PowerPoint</vt:lpstr>
      <vt:lpstr>Rezultat rozszerzenia modelu</vt:lpstr>
      <vt:lpstr>Wnioski końcowe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Karol Garabczewski</cp:lastModifiedBy>
  <cp:revision>9</cp:revision>
  <dcterms:created xsi:type="dcterms:W3CDTF">2026-06-19T16:25:08Z</dcterms:created>
  <dcterms:modified xsi:type="dcterms:W3CDTF">2026-06-24T16:32:24Z</dcterms:modified>
</cp:coreProperties>
</file>