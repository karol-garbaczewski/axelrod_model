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3"/>
  </p:notesMasterIdLst>
  <p:sldIdLst>
    <p:sldId id="256" r:id="rId2"/>
    <p:sldId id="258" r:id="rId3"/>
    <p:sldId id="269" r:id="rId4"/>
    <p:sldId id="285" r:id="rId5"/>
    <p:sldId id="283" r:id="rId6"/>
    <p:sldId id="286" r:id="rId7"/>
    <p:sldId id="284" r:id="rId8"/>
    <p:sldId id="288" r:id="rId9"/>
    <p:sldId id="289" r:id="rId10"/>
    <p:sldId id="261" r:id="rId11"/>
    <p:sldId id="268" r:id="rId12"/>
    <p:sldId id="279" r:id="rId13"/>
    <p:sldId id="280" r:id="rId14"/>
    <p:sldId id="281" r:id="rId15"/>
    <p:sldId id="282" r:id="rId16"/>
    <p:sldId id="263" r:id="rId17"/>
    <p:sldId id="278" r:id="rId18"/>
    <p:sldId id="271" r:id="rId19"/>
    <p:sldId id="265" r:id="rId20"/>
    <p:sldId id="264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F291EB-6735-4D1A-942D-821418AF55C5}" v="12" dt="2026-06-24T16:30:27.1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ol Garabczewski" userId="6e35707fbcbc2133" providerId="LiveId" clId="{FDA66D67-08B2-4F99-85FD-82FDE8892109}"/>
    <pc:docChg chg="undo custSel addSld delSld modSld">
      <pc:chgData name="Karol Garabczewski" userId="6e35707fbcbc2133" providerId="LiveId" clId="{FDA66D67-08B2-4F99-85FD-82FDE8892109}" dt="2026-06-25T08:57:06.004" v="667" actId="20577"/>
      <pc:docMkLst>
        <pc:docMk/>
      </pc:docMkLst>
      <pc:sldChg chg="modSp mod">
        <pc:chgData name="Karol Garabczewski" userId="6e35707fbcbc2133" providerId="LiveId" clId="{FDA66D67-08B2-4F99-85FD-82FDE8892109}" dt="2026-06-25T08:57:06.004" v="667" actId="20577"/>
        <pc:sldMkLst>
          <pc:docMk/>
          <pc:sldMk cId="1142525123" sldId="263"/>
        </pc:sldMkLst>
        <pc:spChg chg="mod">
          <ac:chgData name="Karol Garabczewski" userId="6e35707fbcbc2133" providerId="LiveId" clId="{FDA66D67-08B2-4F99-85FD-82FDE8892109}" dt="2026-06-25T08:57:06.004" v="667" actId="20577"/>
          <ac:spMkLst>
            <pc:docMk/>
            <pc:sldMk cId="1142525123" sldId="263"/>
            <ac:spMk id="3" creationId="{BA4F3297-7DD6-0EF4-82F1-773AB2F43F61}"/>
          </ac:spMkLst>
        </pc:spChg>
      </pc:sldChg>
      <pc:sldChg chg="addSp delSp modSp new mod">
        <pc:chgData name="Karol Garabczewski" userId="6e35707fbcbc2133" providerId="LiveId" clId="{FDA66D67-08B2-4F99-85FD-82FDE8892109}" dt="2026-06-24T16:27:39.748" v="568" actId="20577"/>
        <pc:sldMkLst>
          <pc:docMk/>
          <pc:sldMk cId="4177816438" sldId="283"/>
        </pc:sldMkLst>
        <pc:spChg chg="mod">
          <ac:chgData name="Karol Garabczewski" userId="6e35707fbcbc2133" providerId="LiveId" clId="{FDA66D67-08B2-4F99-85FD-82FDE8892109}" dt="2026-06-24T16:01:54.246" v="21" actId="20577"/>
          <ac:spMkLst>
            <pc:docMk/>
            <pc:sldMk cId="4177816438" sldId="283"/>
            <ac:spMk id="2" creationId="{6E73E7B9-8195-F34D-5595-4475F0AD43AD}"/>
          </ac:spMkLst>
        </pc:spChg>
        <pc:spChg chg="add del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3" creationId="{1FDA5552-AE7D-5585-2170-6F2AAEA32F70}"/>
          </ac:spMkLst>
        </pc:spChg>
        <pc:spChg chg="add del mod">
          <ac:chgData name="Karol Garabczewski" userId="6e35707fbcbc2133" providerId="LiveId" clId="{FDA66D67-08B2-4F99-85FD-82FDE8892109}" dt="2026-06-24T16:03:50.852" v="72" actId="478"/>
          <ac:spMkLst>
            <pc:docMk/>
            <pc:sldMk cId="4177816438" sldId="283"/>
            <ac:spMk id="4" creationId="{E92E6A4F-04A6-8D7B-21FB-8B6639859B88}"/>
          </ac:spMkLst>
        </pc:spChg>
        <pc:spChg chg="add del mod">
          <ac:chgData name="Karol Garabczewski" userId="6e35707fbcbc2133" providerId="LiveId" clId="{FDA66D67-08B2-4F99-85FD-82FDE8892109}" dt="2026-06-24T16:02:13.200" v="25" actId="22"/>
          <ac:spMkLst>
            <pc:docMk/>
            <pc:sldMk cId="4177816438" sldId="283"/>
            <ac:spMk id="6" creationId="{22D2651C-3C2C-1FA5-62A7-21DD3BDDAED0}"/>
          </ac:spMkLst>
        </pc:spChg>
        <pc:spChg chg="add del">
          <ac:chgData name="Karol Garabczewski" userId="6e35707fbcbc2133" providerId="LiveId" clId="{FDA66D67-08B2-4F99-85FD-82FDE8892109}" dt="2026-06-24T16:03:39.649" v="68" actId="478"/>
          <ac:spMkLst>
            <pc:docMk/>
            <pc:sldMk cId="4177816438" sldId="283"/>
            <ac:spMk id="8" creationId="{2001BBC7-1CA3-AF94-07D9-E511560831FE}"/>
          </ac:spMkLst>
        </pc:spChg>
        <pc:spChg chg="add del">
          <ac:chgData name="Karol Garabczewski" userId="6e35707fbcbc2133" providerId="LiveId" clId="{FDA66D67-08B2-4F99-85FD-82FDE8892109}" dt="2026-06-24T16:03:39.310" v="67" actId="478"/>
          <ac:spMkLst>
            <pc:docMk/>
            <pc:sldMk cId="4177816438" sldId="283"/>
            <ac:spMk id="10" creationId="{5A81D67E-CD33-D6D8-3322-B6DE3DE284C0}"/>
          </ac:spMkLst>
        </pc:spChg>
        <pc:spChg chg="add del">
          <ac:chgData name="Karol Garabczewski" userId="6e35707fbcbc2133" providerId="LiveId" clId="{FDA66D67-08B2-4F99-85FD-82FDE8892109}" dt="2026-06-24T16:03:38.879" v="66" actId="478"/>
          <ac:spMkLst>
            <pc:docMk/>
            <pc:sldMk cId="4177816438" sldId="283"/>
            <ac:spMk id="12" creationId="{E42EDBBA-005B-027B-A402-501C119ECA93}"/>
          </ac:spMkLst>
        </pc:spChg>
        <pc:spChg chg="add del">
          <ac:chgData name="Karol Garabczewski" userId="6e35707fbcbc2133" providerId="LiveId" clId="{FDA66D67-08B2-4F99-85FD-82FDE8892109}" dt="2026-06-24T16:03:38.394" v="65" actId="478"/>
          <ac:spMkLst>
            <pc:docMk/>
            <pc:sldMk cId="4177816438" sldId="283"/>
            <ac:spMk id="14" creationId="{76F0FE7C-6EFE-FC96-909E-13C3F5A60585}"/>
          </ac:spMkLst>
        </pc:spChg>
        <pc:spChg chg="add del">
          <ac:chgData name="Karol Garabczewski" userId="6e35707fbcbc2133" providerId="LiveId" clId="{FDA66D67-08B2-4F99-85FD-82FDE8892109}" dt="2026-06-24T16:03:36.220" v="64" actId="478"/>
          <ac:spMkLst>
            <pc:docMk/>
            <pc:sldMk cId="4177816438" sldId="283"/>
            <ac:spMk id="16" creationId="{158DB3DC-FE4B-AA93-6407-2C5DF73FB072}"/>
          </ac:spMkLst>
        </pc:spChg>
        <pc:spChg chg="add mod">
          <ac:chgData name="Karol Garabczewski" userId="6e35707fbcbc2133" providerId="LiveId" clId="{FDA66D67-08B2-4F99-85FD-82FDE8892109}" dt="2026-06-24T16:03:43.091" v="69" actId="1076"/>
          <ac:spMkLst>
            <pc:docMk/>
            <pc:sldMk cId="4177816438" sldId="283"/>
            <ac:spMk id="18" creationId="{162C34F4-E5BF-196B-C3B6-3371932A86FC}"/>
          </ac:spMkLst>
        </pc:spChg>
        <pc:spChg chg="add mod">
          <ac:chgData name="Karol Garabczewski" userId="6e35707fbcbc2133" providerId="LiveId" clId="{FDA66D67-08B2-4F99-85FD-82FDE8892109}" dt="2026-06-24T16:03:46.173" v="70" actId="1076"/>
          <ac:spMkLst>
            <pc:docMk/>
            <pc:sldMk cId="4177816438" sldId="283"/>
            <ac:spMk id="20" creationId="{7A65A284-5220-2432-0399-9DB910A9676E}"/>
          </ac:spMkLst>
        </pc:spChg>
        <pc:spChg chg="add mod">
          <ac:chgData name="Karol Garabczewski" userId="6e35707fbcbc2133" providerId="LiveId" clId="{FDA66D67-08B2-4F99-85FD-82FDE8892109}" dt="2026-06-24T16:03:19.223" v="58" actId="1076"/>
          <ac:spMkLst>
            <pc:docMk/>
            <pc:sldMk cId="4177816438" sldId="283"/>
            <ac:spMk id="22" creationId="{E3580E95-F18E-1221-CA34-5BBD1386E33F}"/>
          </ac:spMkLst>
        </pc:spChg>
        <pc:spChg chg="add mod">
          <ac:chgData name="Karol Garabczewski" userId="6e35707fbcbc2133" providerId="LiveId" clId="{FDA66D67-08B2-4F99-85FD-82FDE8892109}" dt="2026-06-24T16:03:08.477" v="55" actId="1076"/>
          <ac:spMkLst>
            <pc:docMk/>
            <pc:sldMk cId="4177816438" sldId="283"/>
            <ac:spMk id="24" creationId="{A561B71D-0308-4444-F094-B18C604947C7}"/>
          </ac:spMkLst>
        </pc:spChg>
        <pc:spChg chg="add mod">
          <ac:chgData name="Karol Garabczewski" userId="6e35707fbcbc2133" providerId="LiveId" clId="{FDA66D67-08B2-4F99-85FD-82FDE8892109}" dt="2026-06-24T16:03:16.733" v="57" actId="1076"/>
          <ac:spMkLst>
            <pc:docMk/>
            <pc:sldMk cId="4177816438" sldId="283"/>
            <ac:spMk id="26" creationId="{41E2EE0C-5C78-BDA6-CC8C-E8DF1B93D3C0}"/>
          </ac:spMkLst>
        </pc:spChg>
        <pc:spChg chg="add del mod">
          <ac:chgData name="Karol Garabczewski" userId="6e35707fbcbc2133" providerId="LiveId" clId="{FDA66D67-08B2-4F99-85FD-82FDE8892109}" dt="2026-06-24T16:03:35.093" v="62" actId="478"/>
          <ac:spMkLst>
            <pc:docMk/>
            <pc:sldMk cId="4177816438" sldId="283"/>
            <ac:spMk id="28" creationId="{284BCA09-6094-A1B9-CB8C-5F33B0AF64D1}"/>
          </ac:spMkLst>
        </pc:spChg>
        <pc:spChg chg="add del mod">
          <ac:chgData name="Karol Garabczewski" userId="6e35707fbcbc2133" providerId="LiveId" clId="{FDA66D67-08B2-4F99-85FD-82FDE8892109}" dt="2026-06-24T16:03:35.708" v="63" actId="478"/>
          <ac:spMkLst>
            <pc:docMk/>
            <pc:sldMk cId="4177816438" sldId="283"/>
            <ac:spMk id="30" creationId="{532D2F97-314D-1A6A-FA2A-653893738756}"/>
          </ac:spMkLst>
        </pc:spChg>
        <pc:spChg chg="add mod">
          <ac:chgData name="Karol Garabczewski" userId="6e35707fbcbc2133" providerId="LiveId" clId="{FDA66D67-08B2-4F99-85FD-82FDE8892109}" dt="2026-06-24T16:03:48.228" v="71" actId="1076"/>
          <ac:spMkLst>
            <pc:docMk/>
            <pc:sldMk cId="4177816438" sldId="283"/>
            <ac:spMk id="32" creationId="{CA8EF8AA-DAA8-82B5-A9CC-80CA73818898}"/>
          </ac:spMkLst>
        </pc:spChg>
        <pc:spChg chg="add mod">
          <ac:chgData name="Karol Garabczewski" userId="6e35707fbcbc2133" providerId="LiveId" clId="{FDA66D67-08B2-4F99-85FD-82FDE8892109}" dt="2026-06-24T16:02:31.757" v="44" actId="1076"/>
          <ac:spMkLst>
            <pc:docMk/>
            <pc:sldMk cId="4177816438" sldId="283"/>
            <ac:spMk id="34" creationId="{57A84347-3C28-0608-CCE9-FF307F2D1363}"/>
          </ac:spMkLst>
        </pc:spChg>
        <pc:spChg chg="add mod">
          <ac:chgData name="Karol Garabczewski" userId="6e35707fbcbc2133" providerId="LiveId" clId="{FDA66D67-08B2-4F99-85FD-82FDE8892109}" dt="2026-06-24T16:04:24.995" v="78" actId="1076"/>
          <ac:spMkLst>
            <pc:docMk/>
            <pc:sldMk cId="4177816438" sldId="283"/>
            <ac:spMk id="36" creationId="{BB92E317-308C-C82C-F0D6-B1CBCABBAB8F}"/>
          </ac:spMkLst>
        </pc:spChg>
        <pc:spChg chg="add mod">
          <ac:chgData name="Karol Garabczewski" userId="6e35707fbcbc2133" providerId="LiveId" clId="{FDA66D67-08B2-4F99-85FD-82FDE8892109}" dt="2026-06-24T16:04:31.826" v="79" actId="1076"/>
          <ac:spMkLst>
            <pc:docMk/>
            <pc:sldMk cId="4177816438" sldId="283"/>
            <ac:spMk id="38" creationId="{3676DDD0-8F97-CDB3-0733-8AED04BCCE03}"/>
          </ac:spMkLst>
        </pc:spChg>
        <pc:spChg chg="add mod">
          <ac:chgData name="Karol Garabczewski" userId="6e35707fbcbc2133" providerId="LiveId" clId="{FDA66D67-08B2-4F99-85FD-82FDE8892109}" dt="2026-06-24T16:16:07.741" v="423" actId="20577"/>
          <ac:spMkLst>
            <pc:docMk/>
            <pc:sldMk cId="4177816438" sldId="283"/>
            <ac:spMk id="52" creationId="{F3A3AAF2-9249-D8E4-A60F-8997B179BD44}"/>
          </ac:spMkLst>
        </pc:spChg>
        <pc:spChg chg="add mod">
          <ac:chgData name="Karol Garabczewski" userId="6e35707fbcbc2133" providerId="LiveId" clId="{FDA66D67-08B2-4F99-85FD-82FDE8892109}" dt="2026-06-24T16:27:39.748" v="568" actId="20577"/>
          <ac:spMkLst>
            <pc:docMk/>
            <pc:sldMk cId="4177816438" sldId="283"/>
            <ac:spMk id="54" creationId="{FEBE3FE7-FC69-DF23-5693-5BFA66A3C28F}"/>
          </ac:spMkLst>
        </pc:spChg>
        <pc:spChg chg="add mod">
          <ac:chgData name="Karol Garabczewski" userId="6e35707fbcbc2133" providerId="LiveId" clId="{FDA66D67-08B2-4F99-85FD-82FDE8892109}" dt="2026-06-24T16:26:11.567" v="540" actId="20577"/>
          <ac:spMkLst>
            <pc:docMk/>
            <pc:sldMk cId="4177816438" sldId="283"/>
            <ac:spMk id="56" creationId="{F89312C5-49AE-22D6-9603-F3BFEE4F2393}"/>
          </ac:spMkLst>
        </pc:spChg>
        <pc:spChg chg="add mod">
          <ac:chgData name="Karol Garabczewski" userId="6e35707fbcbc2133" providerId="LiveId" clId="{FDA66D67-08B2-4F99-85FD-82FDE8892109}" dt="2026-06-24T16:16:19.830" v="431" actId="20577"/>
          <ac:spMkLst>
            <pc:docMk/>
            <pc:sldMk cId="4177816438" sldId="283"/>
            <ac:spMk id="58" creationId="{C82DE7F7-4A6E-D448-5EA1-FC67861C1AAB}"/>
          </ac:spMkLst>
        </pc:spChg>
        <pc:spChg chg="add mod">
          <ac:chgData name="Karol Garabczewski" userId="6e35707fbcbc2133" providerId="LiveId" clId="{FDA66D67-08B2-4F99-85FD-82FDE8892109}" dt="2026-06-24T16:16:27.742" v="439" actId="20577"/>
          <ac:spMkLst>
            <pc:docMk/>
            <pc:sldMk cId="4177816438" sldId="283"/>
            <ac:spMk id="60" creationId="{778407FD-ACDB-C53D-5EE4-6259F8641BA6}"/>
          </ac:spMkLst>
        </pc:spChg>
        <pc:spChg chg="add mod">
          <ac:chgData name="Karol Garabczewski" userId="6e35707fbcbc2133" providerId="LiveId" clId="{FDA66D67-08B2-4F99-85FD-82FDE8892109}" dt="2026-06-24T16:15:44.094" v="415" actId="1076"/>
          <ac:spMkLst>
            <pc:docMk/>
            <pc:sldMk cId="4177816438" sldId="283"/>
            <ac:spMk id="62" creationId="{2242972C-E54B-FF5E-BF33-C07E8C410F33}"/>
          </ac:spMkLst>
        </pc:spChg>
        <pc:spChg chg="add mod">
          <ac:chgData name="Karol Garabczewski" userId="6e35707fbcbc2133" providerId="LiveId" clId="{FDA66D67-08B2-4F99-85FD-82FDE8892109}" dt="2026-06-24T16:17:02.923" v="447" actId="20577"/>
          <ac:spMkLst>
            <pc:docMk/>
            <pc:sldMk cId="4177816438" sldId="283"/>
            <ac:spMk id="64" creationId="{FA5AA254-9D3B-345A-6B80-DEDB06F4B007}"/>
          </ac:spMkLst>
        </pc:spChg>
        <pc:spChg chg="add mod">
          <ac:chgData name="Karol Garabczewski" userId="6e35707fbcbc2133" providerId="LiveId" clId="{FDA66D67-08B2-4F99-85FD-82FDE8892109}" dt="2026-06-24T16:17:05.770" v="449" actId="20577"/>
          <ac:spMkLst>
            <pc:docMk/>
            <pc:sldMk cId="4177816438" sldId="283"/>
            <ac:spMk id="66" creationId="{9612E740-FAA5-4D31-23E4-29A8C433D625}"/>
          </ac:spMkLst>
        </pc:spChg>
        <pc:spChg chg="add mod">
          <ac:chgData name="Karol Garabczewski" userId="6e35707fbcbc2133" providerId="LiveId" clId="{FDA66D67-08B2-4F99-85FD-82FDE8892109}" dt="2026-06-24T16:17:10.251" v="453" actId="20577"/>
          <ac:spMkLst>
            <pc:docMk/>
            <pc:sldMk cId="4177816438" sldId="283"/>
            <ac:spMk id="68" creationId="{CFD58858-A36C-1E95-CF69-39BCC23728EF}"/>
          </ac:spMkLst>
        </pc:spChg>
        <pc:cxnChg chg="add del mod">
          <ac:chgData name="Karol Garabczewski" userId="6e35707fbcbc2133" providerId="LiveId" clId="{FDA66D67-08B2-4F99-85FD-82FDE8892109}" dt="2026-06-24T16:04:15.038" v="76" actId="478"/>
          <ac:cxnSpMkLst>
            <pc:docMk/>
            <pc:sldMk cId="4177816438" sldId="283"/>
            <ac:cxnSpMk id="40" creationId="{C426C4FF-5DCB-C2BC-2C5C-CE2DA26C076D}"/>
          </ac:cxnSpMkLst>
        </pc:cxnChg>
        <pc:cxnChg chg="add mod">
          <ac:chgData name="Karol Garabczewski" userId="6e35707fbcbc2133" providerId="LiveId" clId="{FDA66D67-08B2-4F99-85FD-82FDE8892109}" dt="2026-06-24T16:04:54.376" v="82" actId="14100"/>
          <ac:cxnSpMkLst>
            <pc:docMk/>
            <pc:sldMk cId="4177816438" sldId="283"/>
            <ac:cxnSpMk id="43" creationId="{C9869464-7E11-25F4-829B-1BB75C4C95EC}"/>
          </ac:cxnSpMkLst>
        </pc:cxnChg>
        <pc:cxnChg chg="add mod">
          <ac:chgData name="Karol Garabczewski" userId="6e35707fbcbc2133" providerId="LiveId" clId="{FDA66D67-08B2-4F99-85FD-82FDE8892109}" dt="2026-06-24T16:05:02.955" v="84" actId="1076"/>
          <ac:cxnSpMkLst>
            <pc:docMk/>
            <pc:sldMk cId="4177816438" sldId="283"/>
            <ac:cxnSpMk id="46" creationId="{5D0C730A-33EB-F4B2-C53D-ED036C246845}"/>
          </ac:cxnSpMkLst>
        </pc:cxnChg>
        <pc:cxnChg chg="add mod">
          <ac:chgData name="Karol Garabczewski" userId="6e35707fbcbc2133" providerId="LiveId" clId="{FDA66D67-08B2-4F99-85FD-82FDE8892109}" dt="2026-06-24T16:05:13.652" v="86" actId="1076"/>
          <ac:cxnSpMkLst>
            <pc:docMk/>
            <pc:sldMk cId="4177816438" sldId="283"/>
            <ac:cxnSpMk id="47" creationId="{61B80037-DFC5-D3FC-9281-B3941B12EE95}"/>
          </ac:cxnSpMkLst>
        </pc:cxnChg>
        <pc:cxnChg chg="add mod">
          <ac:chgData name="Karol Garabczewski" userId="6e35707fbcbc2133" providerId="LiveId" clId="{FDA66D67-08B2-4F99-85FD-82FDE8892109}" dt="2026-06-24T16:05:47.886" v="88" actId="1076"/>
          <ac:cxnSpMkLst>
            <pc:docMk/>
            <pc:sldMk cId="4177816438" sldId="283"/>
            <ac:cxnSpMk id="49" creationId="{9C1D0090-D415-4954-C6E8-7737509B1BAE}"/>
          </ac:cxnSpMkLst>
        </pc:cxnChg>
        <pc:cxnChg chg="add mod">
          <ac:chgData name="Karol Garabczewski" userId="6e35707fbcbc2133" providerId="LiveId" clId="{FDA66D67-08B2-4F99-85FD-82FDE8892109}" dt="2026-06-24T16:05:54.735" v="90" actId="1076"/>
          <ac:cxnSpMkLst>
            <pc:docMk/>
            <pc:sldMk cId="4177816438" sldId="283"/>
            <ac:cxnSpMk id="50" creationId="{4B581ADB-6BD1-383C-8015-40878020625C}"/>
          </ac:cxnSpMkLst>
        </pc:cxnChg>
        <pc:cxnChg chg="add mod">
          <ac:chgData name="Karol Garabczewski" userId="6e35707fbcbc2133" providerId="LiveId" clId="{FDA66D67-08B2-4F99-85FD-82FDE8892109}" dt="2026-06-24T16:05:59.066" v="92" actId="1076"/>
          <ac:cxnSpMkLst>
            <pc:docMk/>
            <pc:sldMk cId="4177816438" sldId="283"/>
            <ac:cxnSpMk id="51" creationId="{5FDA1F15-5941-5C61-97D5-E509DD17DC9F}"/>
          </ac:cxnSpMkLst>
        </pc:cxnChg>
      </pc:sldChg>
      <pc:sldChg chg="addSp delSp modSp new mod">
        <pc:chgData name="Karol Garabczewski" userId="6e35707fbcbc2133" providerId="LiveId" clId="{FDA66D67-08B2-4F99-85FD-82FDE8892109}" dt="2026-06-24T16:28:23.937" v="574" actId="1076"/>
        <pc:sldMkLst>
          <pc:docMk/>
          <pc:sldMk cId="1118797495" sldId="284"/>
        </pc:sldMkLst>
        <pc:spChg chg="mod">
          <ac:chgData name="Karol Garabczewski" userId="6e35707fbcbc2133" providerId="LiveId" clId="{FDA66D67-08B2-4F99-85FD-82FDE8892109}" dt="2026-06-24T16:19:36.932" v="469" actId="20577"/>
          <ac:spMkLst>
            <pc:docMk/>
            <pc:sldMk cId="1118797495" sldId="284"/>
            <ac:spMk id="2" creationId="{64710E48-1FEB-75E1-9FF5-BF24E36679CE}"/>
          </ac:spMkLst>
        </pc:spChg>
        <pc:spChg chg="del">
          <ac:chgData name="Karol Garabczewski" userId="6e35707fbcbc2133" providerId="LiveId" clId="{FDA66D67-08B2-4F99-85FD-82FDE8892109}" dt="2026-06-24T16:20:04.492" v="474" actId="22"/>
          <ac:spMkLst>
            <pc:docMk/>
            <pc:sldMk cId="1118797495" sldId="284"/>
            <ac:spMk id="3" creationId="{1321E44D-E5A7-A62C-4020-62264912505C}"/>
          </ac:spMkLst>
        </pc:spChg>
        <pc:spChg chg="add del">
          <ac:chgData name="Karol Garabczewski" userId="6e35707fbcbc2133" providerId="LiveId" clId="{FDA66D67-08B2-4F99-85FD-82FDE8892109}" dt="2026-06-24T16:19:46.993" v="471" actId="11529"/>
          <ac:spMkLst>
            <pc:docMk/>
            <pc:sldMk cId="1118797495" sldId="284"/>
            <ac:spMk id="4" creationId="{4B38FE26-9255-F9E6-C6B5-F7F8B5BDE69E}"/>
          </ac:spMkLst>
        </pc:spChg>
        <pc:spChg chg="add del">
          <ac:chgData name="Karol Garabczewski" userId="6e35707fbcbc2133" providerId="LiveId" clId="{FDA66D67-08B2-4F99-85FD-82FDE8892109}" dt="2026-06-24T16:19:58.591" v="473" actId="478"/>
          <ac:spMkLst>
            <pc:docMk/>
            <pc:sldMk cId="1118797495" sldId="284"/>
            <ac:spMk id="5" creationId="{D397B0E3-0193-9E9A-7B56-87433D4C4D13}"/>
          </ac:spMkLst>
        </pc:spChg>
        <pc:spChg chg="add del mod">
          <ac:chgData name="Karol Garabczewski" userId="6e35707fbcbc2133" providerId="LiveId" clId="{FDA66D67-08B2-4F99-85FD-82FDE8892109}" dt="2026-06-24T16:20:25.349" v="479" actId="478"/>
          <ac:spMkLst>
            <pc:docMk/>
            <pc:sldMk cId="1118797495" sldId="284"/>
            <ac:spMk id="7" creationId="{2B4F0F80-F488-6F1B-B60B-D6D1D8441C71}"/>
          </ac:spMkLst>
        </pc:spChg>
        <pc:spChg chg="add mod">
          <ac:chgData name="Karol Garabczewski" userId="6e35707fbcbc2133" providerId="LiveId" clId="{FDA66D67-08B2-4F99-85FD-82FDE8892109}" dt="2026-06-24T16:20:55.403" v="483" actId="1076"/>
          <ac:spMkLst>
            <pc:docMk/>
            <pc:sldMk cId="1118797495" sldId="284"/>
            <ac:spMk id="9" creationId="{131B6BCD-3E54-BB78-E755-BCA7545685E5}"/>
          </ac:spMkLst>
        </pc:spChg>
        <pc:spChg chg="add mod">
          <ac:chgData name="Karol Garabczewski" userId="6e35707fbcbc2133" providerId="LiveId" clId="{FDA66D67-08B2-4F99-85FD-82FDE8892109}" dt="2026-06-24T16:21:14.853" v="487" actId="1076"/>
          <ac:spMkLst>
            <pc:docMk/>
            <pc:sldMk cId="1118797495" sldId="284"/>
            <ac:spMk id="11" creationId="{612D9946-9FCE-AD9C-2C98-039CCFD8A53E}"/>
          </ac:spMkLst>
        </pc:spChg>
        <pc:spChg chg="add mod">
          <ac:chgData name="Karol Garabczewski" userId="6e35707fbcbc2133" providerId="LiveId" clId="{FDA66D67-08B2-4F99-85FD-82FDE8892109}" dt="2026-06-24T16:23:46.723" v="505" actId="1076"/>
          <ac:spMkLst>
            <pc:docMk/>
            <pc:sldMk cId="1118797495" sldId="284"/>
            <ac:spMk id="13" creationId="{AB27A452-A91D-34BB-F858-46BFD3DE416A}"/>
          </ac:spMkLst>
        </pc:spChg>
        <pc:spChg chg="add mod">
          <ac:chgData name="Karol Garabczewski" userId="6e35707fbcbc2133" providerId="LiveId" clId="{FDA66D67-08B2-4F99-85FD-82FDE8892109}" dt="2026-06-24T16:21:27.616" v="491" actId="1076"/>
          <ac:spMkLst>
            <pc:docMk/>
            <pc:sldMk cId="1118797495" sldId="284"/>
            <ac:spMk id="15" creationId="{D9242B72-DCF4-C8F1-FEDE-135C0B2699D5}"/>
          </ac:spMkLst>
        </pc:spChg>
        <pc:spChg chg="add mod">
          <ac:chgData name="Karol Garabczewski" userId="6e35707fbcbc2133" providerId="LiveId" clId="{FDA66D67-08B2-4F99-85FD-82FDE8892109}" dt="2026-06-24T16:21:39.259" v="494" actId="1076"/>
          <ac:spMkLst>
            <pc:docMk/>
            <pc:sldMk cId="1118797495" sldId="284"/>
            <ac:spMk id="17" creationId="{8ADAF726-B1A5-29E0-0454-35317E6C03BE}"/>
          </ac:spMkLst>
        </pc:spChg>
        <pc:spChg chg="add mod">
          <ac:chgData name="Karol Garabczewski" userId="6e35707fbcbc2133" providerId="LiveId" clId="{FDA66D67-08B2-4F99-85FD-82FDE8892109}" dt="2026-06-24T16:24:36.462" v="512" actId="1076"/>
          <ac:spMkLst>
            <pc:docMk/>
            <pc:sldMk cId="1118797495" sldId="284"/>
            <ac:spMk id="30" creationId="{5548D2F4-4961-0379-E518-D19D4856086D}"/>
          </ac:spMkLst>
        </pc:spChg>
        <pc:spChg chg="add mod">
          <ac:chgData name="Karol Garabczewski" userId="6e35707fbcbc2133" providerId="LiveId" clId="{FDA66D67-08B2-4F99-85FD-82FDE8892109}" dt="2026-06-24T16:26:04.547" v="536" actId="20577"/>
          <ac:spMkLst>
            <pc:docMk/>
            <pc:sldMk cId="1118797495" sldId="284"/>
            <ac:spMk id="32" creationId="{6D3C2D8F-CCC2-81F0-C64D-FB2CC4361B4C}"/>
          </ac:spMkLst>
        </pc:spChg>
        <pc:spChg chg="add mod">
          <ac:chgData name="Karol Garabczewski" userId="6e35707fbcbc2133" providerId="LiveId" clId="{FDA66D67-08B2-4F99-85FD-82FDE8892109}" dt="2026-06-24T16:25:07.192" v="524" actId="1076"/>
          <ac:spMkLst>
            <pc:docMk/>
            <pc:sldMk cId="1118797495" sldId="284"/>
            <ac:spMk id="34" creationId="{08764B5B-577A-C2E4-C28D-F42F4BB0365F}"/>
          </ac:spMkLst>
        </pc:spChg>
        <pc:spChg chg="add mod">
          <ac:chgData name="Karol Garabczewski" userId="6e35707fbcbc2133" providerId="LiveId" clId="{FDA66D67-08B2-4F99-85FD-82FDE8892109}" dt="2026-06-24T16:25:22.398" v="529" actId="1076"/>
          <ac:spMkLst>
            <pc:docMk/>
            <pc:sldMk cId="1118797495" sldId="284"/>
            <ac:spMk id="36" creationId="{84F7A12F-81EC-6324-76CE-47E4C6116F04}"/>
          </ac:spMkLst>
        </pc:spChg>
        <pc:spChg chg="add mod">
          <ac:chgData name="Karol Garabczewski" userId="6e35707fbcbc2133" providerId="LiveId" clId="{FDA66D67-08B2-4F99-85FD-82FDE8892109}" dt="2026-06-24T16:27:31.393" v="564" actId="20577"/>
          <ac:spMkLst>
            <pc:docMk/>
            <pc:sldMk cId="1118797495" sldId="284"/>
            <ac:spMk id="38" creationId="{416B634B-CA48-13E1-484B-0FFAA0AA75DC}"/>
          </ac:spMkLst>
        </pc:spChg>
        <pc:spChg chg="add mod">
          <ac:chgData name="Karol Garabczewski" userId="6e35707fbcbc2133" providerId="LiveId" clId="{FDA66D67-08B2-4F99-85FD-82FDE8892109}" dt="2026-06-24T16:26:44.583" v="552" actId="20577"/>
          <ac:spMkLst>
            <pc:docMk/>
            <pc:sldMk cId="1118797495" sldId="284"/>
            <ac:spMk id="39" creationId="{16FD7123-3018-ABF3-9811-A76DE5E2FE44}"/>
          </ac:spMkLst>
        </pc:spChg>
        <pc:spChg chg="add del mod">
          <ac:chgData name="Karol Garabczewski" userId="6e35707fbcbc2133" providerId="LiveId" clId="{FDA66D67-08B2-4F99-85FD-82FDE8892109}" dt="2026-06-24T16:26:54.933" v="556" actId="478"/>
          <ac:spMkLst>
            <pc:docMk/>
            <pc:sldMk cId="1118797495" sldId="284"/>
            <ac:spMk id="41" creationId="{EA8CCC9A-C2C7-62E5-77FC-1AA968EA924A}"/>
          </ac:spMkLst>
        </pc:spChg>
        <pc:spChg chg="add mod">
          <ac:chgData name="Karol Garabczewski" userId="6e35707fbcbc2133" providerId="LiveId" clId="{FDA66D67-08B2-4F99-85FD-82FDE8892109}" dt="2026-06-24T16:27:08.531" v="562" actId="20577"/>
          <ac:spMkLst>
            <pc:docMk/>
            <pc:sldMk cId="1118797495" sldId="284"/>
            <ac:spMk id="43" creationId="{2E687FF8-2E0A-F4C6-4D25-DFD31FD71D47}"/>
          </ac:spMkLst>
        </pc:spChg>
        <pc:spChg chg="add mod">
          <ac:chgData name="Karol Garabczewski" userId="6e35707fbcbc2133" providerId="LiveId" clId="{FDA66D67-08B2-4F99-85FD-82FDE8892109}" dt="2026-06-24T16:28:11.596" v="572" actId="20577"/>
          <ac:spMkLst>
            <pc:docMk/>
            <pc:sldMk cId="1118797495" sldId="284"/>
            <ac:spMk id="45" creationId="{7BA17F71-47CB-2FBD-417F-8F0FEA8E8CC4}"/>
          </ac:spMkLst>
        </pc:spChg>
        <pc:spChg chg="add mod">
          <ac:chgData name="Karol Garabczewski" userId="6e35707fbcbc2133" providerId="LiveId" clId="{FDA66D67-08B2-4F99-85FD-82FDE8892109}" dt="2026-06-24T16:28:23.937" v="574" actId="1076"/>
          <ac:spMkLst>
            <pc:docMk/>
            <pc:sldMk cId="1118797495" sldId="284"/>
            <ac:spMk id="47" creationId="{BFE46211-1B17-C36E-5C11-B59990142E9D}"/>
          </ac:spMkLst>
        </pc:spChg>
        <pc:cxnChg chg="add mod">
          <ac:chgData name="Karol Garabczewski" userId="6e35707fbcbc2133" providerId="LiveId" clId="{FDA66D67-08B2-4F99-85FD-82FDE8892109}" dt="2026-06-24T16:23:38.824" v="504" actId="17032"/>
          <ac:cxnSpMkLst>
            <pc:docMk/>
            <pc:sldMk cId="1118797495" sldId="284"/>
            <ac:cxnSpMk id="19" creationId="{3906933A-48B1-4DE6-31F8-ED6E37B3FB43}"/>
          </ac:cxnSpMkLst>
        </pc:cxnChg>
        <pc:cxnChg chg="add mod">
          <ac:chgData name="Karol Garabczewski" userId="6e35707fbcbc2133" providerId="LiveId" clId="{FDA66D67-08B2-4F99-85FD-82FDE8892109}" dt="2026-06-24T16:23:35.610" v="503" actId="17032"/>
          <ac:cxnSpMkLst>
            <pc:docMk/>
            <pc:sldMk cId="1118797495" sldId="284"/>
            <ac:cxnSpMk id="21" creationId="{2B3C4987-50BD-3C34-CC12-4DDC7B419FA9}"/>
          </ac:cxnSpMkLst>
        </pc:cxnChg>
        <pc:cxnChg chg="add mod">
          <ac:chgData name="Karol Garabczewski" userId="6e35707fbcbc2133" providerId="LiveId" clId="{FDA66D67-08B2-4F99-85FD-82FDE8892109}" dt="2026-06-24T16:23:20.712" v="501" actId="17032"/>
          <ac:cxnSpMkLst>
            <pc:docMk/>
            <pc:sldMk cId="1118797495" sldId="284"/>
            <ac:cxnSpMk id="23" creationId="{346C79FC-4A6C-CAB9-0115-6F015A081528}"/>
          </ac:cxnSpMkLst>
        </pc:cxnChg>
        <pc:cxnChg chg="add mod">
          <ac:chgData name="Karol Garabczewski" userId="6e35707fbcbc2133" providerId="LiveId" clId="{FDA66D67-08B2-4F99-85FD-82FDE8892109}" dt="2026-06-24T16:23:46.723" v="505" actId="1076"/>
          <ac:cxnSpMkLst>
            <pc:docMk/>
            <pc:sldMk cId="1118797495" sldId="284"/>
            <ac:cxnSpMk id="25" creationId="{53D9BAA0-6220-6395-B510-807358D00E4F}"/>
          </ac:cxnSpMkLst>
        </pc:cxnChg>
      </pc:sldChg>
      <pc:sldChg chg="addSp delSp modSp new mod">
        <pc:chgData name="Karol Garabczewski" userId="6e35707fbcbc2133" providerId="LiveId" clId="{FDA66D67-08B2-4F99-85FD-82FDE8892109}" dt="2026-06-24T16:12:35.757" v="366" actId="20577"/>
        <pc:sldMkLst>
          <pc:docMk/>
          <pc:sldMk cId="584733732" sldId="285"/>
        </pc:sldMkLst>
        <pc:spChg chg="mod">
          <ac:chgData name="Karol Garabczewski" userId="6e35707fbcbc2133" providerId="LiveId" clId="{FDA66D67-08B2-4F99-85FD-82FDE8892109}" dt="2026-06-24T16:06:32.762" v="101" actId="20577"/>
          <ac:spMkLst>
            <pc:docMk/>
            <pc:sldMk cId="584733732" sldId="285"/>
            <ac:spMk id="2" creationId="{0FDF515C-BEA0-6167-A109-FEB7722E22A1}"/>
          </ac:spMkLst>
        </pc:spChg>
        <pc:spChg chg="mod">
          <ac:chgData name="Karol Garabczewski" userId="6e35707fbcbc2133" providerId="LiveId" clId="{FDA66D67-08B2-4F99-85FD-82FDE8892109}" dt="2026-06-24T16:10:30.074" v="283" actId="20577"/>
          <ac:spMkLst>
            <pc:docMk/>
            <pc:sldMk cId="584733732" sldId="285"/>
            <ac:spMk id="3" creationId="{46C43EA2-9663-4D23-85AF-79F10E830E41}"/>
          </ac:spMkLst>
        </pc:spChg>
        <pc:spChg chg="add del mod">
          <ac:chgData name="Karol Garabczewski" userId="6e35707fbcbc2133" providerId="LiveId" clId="{FDA66D67-08B2-4F99-85FD-82FDE8892109}" dt="2026-06-24T16:11:50.140" v="330"/>
          <ac:spMkLst>
            <pc:docMk/>
            <pc:sldMk cId="584733732" sldId="285"/>
            <ac:spMk id="6" creationId="{3A3E5946-E83D-FA67-E6F1-78A681F1C7F9}"/>
          </ac:spMkLst>
        </pc:spChg>
        <pc:spChg chg="add del mod">
          <ac:chgData name="Karol Garabczewski" userId="6e35707fbcbc2133" providerId="LiveId" clId="{FDA66D67-08B2-4F99-85FD-82FDE8892109}" dt="2026-06-24T16:11:50.141" v="332"/>
          <ac:spMkLst>
            <pc:docMk/>
            <pc:sldMk cId="584733732" sldId="285"/>
            <ac:spMk id="7" creationId="{CDD75693-79C7-4C45-5DEB-F32B1AE9124F}"/>
          </ac:spMkLst>
        </pc:spChg>
        <pc:spChg chg="add mod">
          <ac:chgData name="Karol Garabczewski" userId="6e35707fbcbc2133" providerId="LiveId" clId="{FDA66D67-08B2-4F99-85FD-82FDE8892109}" dt="2026-06-24T16:12:35.757" v="366" actId="20577"/>
          <ac:spMkLst>
            <pc:docMk/>
            <pc:sldMk cId="584733732" sldId="285"/>
            <ac:spMk id="8" creationId="{0EB9B950-B1B8-9E58-8752-63BA81109B26}"/>
          </ac:spMkLst>
        </pc:spChg>
        <pc:cxnChg chg="add">
          <ac:chgData name="Karol Garabczewski" userId="6e35707fbcbc2133" providerId="LiveId" clId="{FDA66D67-08B2-4F99-85FD-82FDE8892109}" dt="2026-06-24T16:10:15.127" v="280" actId="11529"/>
          <ac:cxnSpMkLst>
            <pc:docMk/>
            <pc:sldMk cId="584733732" sldId="285"/>
            <ac:cxnSpMk id="5" creationId="{A8262240-8185-DEDB-F5E4-112D01256BC1}"/>
          </ac:cxnSpMkLst>
        </pc:cxnChg>
      </pc:sldChg>
      <pc:sldChg chg="addSp modSp add mod">
        <pc:chgData name="Karol Garabczewski" userId="6e35707fbcbc2133" providerId="LiveId" clId="{FDA66D67-08B2-4F99-85FD-82FDE8892109}" dt="2026-06-24T16:27:36.318" v="566" actId="20577"/>
        <pc:sldMkLst>
          <pc:docMk/>
          <pc:sldMk cId="3105657409" sldId="286"/>
        </pc:sldMkLst>
        <pc:spChg chg="add mod">
          <ac:chgData name="Karol Garabczewski" userId="6e35707fbcbc2133" providerId="LiveId" clId="{FDA66D67-08B2-4F99-85FD-82FDE8892109}" dt="2026-06-24T16:18:40.130" v="459" actId="1076"/>
          <ac:spMkLst>
            <pc:docMk/>
            <pc:sldMk cId="3105657409" sldId="286"/>
            <ac:spMk id="5" creationId="{39B7D9DC-EF69-40AC-8846-019845ACCDE5}"/>
          </ac:spMkLst>
        </pc:spChg>
        <pc:spChg chg="mod ord">
          <ac:chgData name="Karol Garabczewski" userId="6e35707fbcbc2133" providerId="LiveId" clId="{FDA66D67-08B2-4F99-85FD-82FDE8892109}" dt="2026-06-24T16:18:25.128" v="457" actId="166"/>
          <ac:spMkLst>
            <pc:docMk/>
            <pc:sldMk cId="3105657409" sldId="286"/>
            <ac:spMk id="24" creationId="{6C45BF54-2488-9C22-E776-903DA5069686}"/>
          </ac:spMkLst>
        </pc:spChg>
        <pc:spChg chg="mod">
          <ac:chgData name="Karol Garabczewski" userId="6e35707fbcbc2133" providerId="LiveId" clId="{FDA66D67-08B2-4F99-85FD-82FDE8892109}" dt="2026-06-24T16:27:36.318" v="566" actId="20577"/>
          <ac:spMkLst>
            <pc:docMk/>
            <pc:sldMk cId="3105657409" sldId="286"/>
            <ac:spMk id="54" creationId="{9959F5B0-C84A-CDC9-20CA-02D7CEC71B4C}"/>
          </ac:spMkLst>
        </pc:spChg>
        <pc:spChg chg="mod">
          <ac:chgData name="Karol Garabczewski" userId="6e35707fbcbc2133" providerId="LiveId" clId="{FDA66D67-08B2-4F99-85FD-82FDE8892109}" dt="2026-06-24T16:26:08.203" v="538" actId="20577"/>
          <ac:spMkLst>
            <pc:docMk/>
            <pc:sldMk cId="3105657409" sldId="286"/>
            <ac:spMk id="56" creationId="{6B3EF203-68BC-F9F3-3900-FD35A8A3344E}"/>
          </ac:spMkLst>
        </pc:spChg>
        <pc:cxnChg chg="mod">
          <ac:chgData name="Karol Garabczewski" userId="6e35707fbcbc2133" providerId="LiveId" clId="{FDA66D67-08B2-4F99-85FD-82FDE8892109}" dt="2026-06-24T16:17:48.625" v="455" actId="1076"/>
          <ac:cxnSpMkLst>
            <pc:docMk/>
            <pc:sldMk cId="3105657409" sldId="286"/>
            <ac:cxnSpMk id="50" creationId="{8EA55B8F-2BF8-8B7E-4219-9347607A451B}"/>
          </ac:cxnSpMkLst>
        </pc:cxnChg>
      </pc:sldChg>
      <pc:sldChg chg="modSp new del mod">
        <pc:chgData name="Karol Garabczewski" userId="6e35707fbcbc2133" providerId="LiveId" clId="{FDA66D67-08B2-4F99-85FD-82FDE8892109}" dt="2026-06-24T16:28:59.950" v="595" actId="47"/>
        <pc:sldMkLst>
          <pc:docMk/>
          <pc:sldMk cId="1472698360" sldId="287"/>
        </pc:sldMkLst>
        <pc:spChg chg="mod">
          <ac:chgData name="Karol Garabczewski" userId="6e35707fbcbc2133" providerId="LiveId" clId="{FDA66D67-08B2-4F99-85FD-82FDE8892109}" dt="2026-06-24T16:28:53.014" v="593" actId="20577"/>
          <ac:spMkLst>
            <pc:docMk/>
            <pc:sldMk cId="1472698360" sldId="287"/>
            <ac:spMk id="2" creationId="{71290A9D-FEE6-90D5-048B-EA5A33380B58}"/>
          </ac:spMkLst>
        </pc:spChg>
      </pc:sldChg>
      <pc:sldChg chg="modSp add mod">
        <pc:chgData name="Karol Garabczewski" userId="6e35707fbcbc2133" providerId="LiveId" clId="{FDA66D67-08B2-4F99-85FD-82FDE8892109}" dt="2026-06-24T16:29:43.207" v="596" actId="207"/>
        <pc:sldMkLst>
          <pc:docMk/>
          <pc:sldMk cId="3565329498" sldId="288"/>
        </pc:sldMkLst>
        <pc:spChg chg="mod">
          <ac:chgData name="Karol Garabczewski" userId="6e35707fbcbc2133" providerId="LiveId" clId="{FDA66D67-08B2-4F99-85FD-82FDE8892109}" dt="2026-06-24T16:29:43.207" v="596" actId="207"/>
          <ac:spMkLst>
            <pc:docMk/>
            <pc:sldMk cId="3565329498" sldId="288"/>
            <ac:spMk id="15" creationId="{D3BD3A29-07AC-309F-9B64-BD8F95B9EB68}"/>
          </ac:spMkLst>
        </pc:spChg>
      </pc:sldChg>
      <pc:sldChg chg="addSp modSp add mod">
        <pc:chgData name="Karol Garabczewski" userId="6e35707fbcbc2133" providerId="LiveId" clId="{FDA66D67-08B2-4F99-85FD-82FDE8892109}" dt="2026-06-24T16:32:13.398" v="655" actId="20577"/>
        <pc:sldMkLst>
          <pc:docMk/>
          <pc:sldMk cId="3975637616" sldId="289"/>
        </pc:sldMkLst>
        <pc:spChg chg="add mod">
          <ac:chgData name="Karol Garabczewski" userId="6e35707fbcbc2133" providerId="LiveId" clId="{FDA66D67-08B2-4F99-85FD-82FDE8892109}" dt="2026-06-24T16:31:40.820" v="653" actId="14100"/>
          <ac:spMkLst>
            <pc:docMk/>
            <pc:sldMk cId="3975637616" sldId="289"/>
            <ac:spMk id="3" creationId="{FDF8329F-0805-4891-C012-7562F2DE2D8A}"/>
          </ac:spMkLst>
        </pc:spChg>
        <pc:spChg chg="mod">
          <ac:chgData name="Karol Garabczewski" userId="6e35707fbcbc2133" providerId="LiveId" clId="{FDA66D67-08B2-4F99-85FD-82FDE8892109}" dt="2026-06-24T16:30:15.695" v="599" actId="20577"/>
          <ac:spMkLst>
            <pc:docMk/>
            <pc:sldMk cId="3975637616" sldId="289"/>
            <ac:spMk id="30" creationId="{8DFE19C5-5B3B-5C03-A8E9-D957B2698F1B}"/>
          </ac:spMkLst>
        </pc:spChg>
        <pc:spChg chg="mod">
          <ac:chgData name="Karol Garabczewski" userId="6e35707fbcbc2133" providerId="LiveId" clId="{FDA66D67-08B2-4F99-85FD-82FDE8892109}" dt="2026-06-24T16:32:13.398" v="655" actId="20577"/>
          <ac:spMkLst>
            <pc:docMk/>
            <pc:sldMk cId="3975637616" sldId="289"/>
            <ac:spMk id="47" creationId="{7CE31329-00DB-DA96-9A24-0AC1472C4AF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FD153F-C2D7-42B8-9DDD-313149076134}" type="datetimeFigureOut">
              <a:rPr lang="pl-PL" smtClean="0"/>
              <a:t>25.06.2026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17F9CD-A7BD-4F9D-9A15-86D6F7B83BC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180723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52AF3FC-DD1C-D815-7D86-053597E066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31032FA-52CB-F334-83FE-1093106EB4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17E1DB6-F753-E8D4-C5DB-25C1A28FA4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219924-E421-45AF-95F8-DE961D4F9D7A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25A9F6-6137-4468-BE34-70345CC8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EFF4272-F6B2-2F23-139A-3D70FB6ED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496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9DA6CFA-54F0-38E6-9E16-0F3241D7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2B3DEB9-85FD-92ED-143D-F003E2FB87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7C19C32-7D3B-36E2-BEC5-7D7F2A844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BFBEC8-DC87-4AD6-A3C0-88B93FFD0D13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FFF289F-86F3-CD2D-A8D2-1BC31A720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79235BE-2E29-7387-9AF2-29F773E7A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08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00C948-B004-D1DD-FC3E-413B33BDB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ECE98ED-262B-0D46-6B0B-83DC79C3D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922417F-2BB2-E53A-D1AE-75510797C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B419C0-543D-4075-9507-412CBCC30423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FDBE0ED-936E-DCF2-A906-7DC9F4DA2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BE080ED-8999-EC30-BD02-B9E83CFC8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543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699E7C0-2976-C782-F344-F6505EDC7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77D221-2C54-678C-51D1-700B123C99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32773BBC-4FF0-4E86-253A-B92D2B52A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F0442DB-76EB-B22C-C438-4790F7B9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35CA57-FCE8-44E1-A5F0-E29C2B2639B4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216C122A-D327-C1CD-D580-39A7A763A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6F5E03-69D3-58B9-DC94-B205AF07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4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D6B96B-559D-9CE0-9CE1-FEB831E92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AF2A9F8-21E9-8A1D-A725-D747C9ED4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9E92A021-98C4-8D73-A700-051125826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FD385095-9686-17D5-76A6-C359C1997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C7912A52-B18A-FAFA-5E1B-9C144AA5F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26F563D0-5DAE-F088-2D79-0475BF530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CBAD6-0278-49CE-A1D5-416981DF7CE4}" type="datetime1">
              <a:rPr lang="en-US" smtClean="0"/>
              <a:t>6/25/2026</a:t>
            </a:fld>
            <a:endParaRPr lang="en-US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474AB2A0-5864-FCC8-8739-5953322F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6F3761CB-7692-8B84-5D8E-3EE131EE2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85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81AFCE-130E-3CF3-D910-91A89280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059D1017-CC4E-E8F8-A7ED-5D393F727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11A707-D6C6-4D3D-9AB3-F062F184410C}" type="datetime1">
              <a:rPr lang="en-US" smtClean="0"/>
              <a:t>6/25/2026</a:t>
            </a:fld>
            <a:endParaRPr lang="en-US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91BD64F1-8103-D1A3-B07C-C05DDE97A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2E7A215F-E033-EC3B-58D1-08F6B7951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421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DBADC149-4029-A84C-7B99-A4F59589C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9F0C89-A7E6-4C5B-B3BD-10DCFD7050F3}" type="datetime1">
              <a:rPr lang="en-US" smtClean="0"/>
              <a:t>6/25/2026</a:t>
            </a:fld>
            <a:endParaRPr lang="en-US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CA32CAD1-074E-7D2D-754E-48EBB8B1E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BDE6CE6-E866-AD8C-8A6D-B1EC0EEC7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887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D9C65C-EE9C-29B6-54F5-102AA013C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87908FC-8DBC-26EC-121B-B1862AA0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B2540585-CC2B-7A57-34C9-41FC743F9B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EAB4A7CF-3A99-474A-19B6-F35C426E4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06A01-47A2-4797-B056-F939721E8BB4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E1E8786-68A7-902C-8431-0BD7CDB7E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6B0880-1A69-6C5B-BF02-34E43F8AD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82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6EE9D84-4468-BB66-0098-35B4B2899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40737A9-1D66-0B95-5522-70E62B9D35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383D98D-D840-7727-DF7C-6B888FC9F6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1291C90-26C8-9526-F957-FECC33390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0C9F3-23E9-41A3-A86F-F642FAA31D8A}" type="datetime1">
              <a:rPr lang="en-US" smtClean="0"/>
              <a:t>6/25/2026</a:t>
            </a:fld>
            <a:endParaRPr lang="en-US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666F3E54-4947-98FC-9002-5C4338A72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99E399D-D502-5004-324F-A4521933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94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4A93266-048B-B13F-59E5-33371A535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08B6E445-1B3B-9921-8AFA-33B04BC0FE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F1D13CA-E879-2307-1A84-E8F4B84BD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651D3-EEA5-4503-81CA-84DD957BCB36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19EEE6B-4752-F96E-C1E7-B2C2C4289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C6335C8-3FC0-DA5E-E05E-45D104EB4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610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F86C1959-9FA6-A263-5AFA-FFBA87D377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316182F-1F60-D442-8C91-125873F49A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1A91C09-4D07-FA22-AF96-5C7C755E0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F250FE-9038-48B6-94F3-ECFC677205F2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323F027-B620-69CF-A2A7-F6EFD6373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9C9325-3E27-4040-217D-26CE921B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959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E9C4B76-B74A-728C-FD6F-683DB2641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799AE24-45BF-DEAA-DFA5-B997F45123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4732A75-8A21-DA3C-F89C-E7ABCBFC79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4C5B19-86B2-4997-B0CD-299D1D03B03B}" type="datetime1">
              <a:rPr lang="en-US" smtClean="0"/>
              <a:t>6/25/2026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858760B-1F6E-D856-A979-0145518C1E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11A96C0-2472-2A41-1D41-F0D7CC082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DA0-FE4B-4119-AC61-AEA1E37FC6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6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718B518-077D-A703-2C09-6E1BB112EA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FD2526-CFD5-D00E-97AE-00368AD337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5732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273D296-8A23-FD58-6805-873B5090C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153821"/>
            <a:ext cx="10515600" cy="2852737"/>
          </a:xfrm>
        </p:spPr>
        <p:txBody>
          <a:bodyPr/>
          <a:lstStyle/>
          <a:p>
            <a:r>
              <a:rPr lang="pl-PL" dirty="0"/>
              <a:t>Tło historyczne</a:t>
            </a:r>
            <a:endParaRPr lang="en-US" dirty="0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EDA3936-6434-2E42-0EB6-4F0E766BA9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006558"/>
            <a:ext cx="10515600" cy="1500187"/>
          </a:xfrm>
        </p:spPr>
        <p:txBody>
          <a:bodyPr>
            <a:normAutofit/>
          </a:bodyPr>
          <a:lstStyle/>
          <a:p>
            <a:r>
              <a:rPr lang="en-US" sz="2800" dirty="0" err="1">
                <a:solidFill>
                  <a:schemeClr val="tx1"/>
                </a:solidFill>
              </a:rPr>
              <a:t>Dlaczego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mimo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postępującej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asymilacji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ludzkość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nie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stała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się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jedną</a:t>
            </a:r>
            <a:r>
              <a:rPr lang="en-US" sz="2800" dirty="0">
                <a:solidFill>
                  <a:schemeClr val="tx1"/>
                </a:solidFill>
              </a:rPr>
              <a:t> </a:t>
            </a:r>
            <a:r>
              <a:rPr lang="en-US" sz="2800" dirty="0" err="1">
                <a:solidFill>
                  <a:schemeClr val="tx1"/>
                </a:solidFill>
              </a:rPr>
              <a:t>monokulturą</a:t>
            </a:r>
            <a:r>
              <a:rPr lang="en-US" sz="2800" dirty="0">
                <a:solidFill>
                  <a:schemeClr val="tx1"/>
                </a:solidFill>
              </a:rPr>
              <a:t>?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268A5274-38C7-857A-15B4-0ECDB77D3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41652"/>
            <a:ext cx="5715000" cy="3810000"/>
          </a:xfrm>
          <a:prstGeom prst="rect">
            <a:avLst/>
          </a:prstGeom>
        </p:spPr>
      </p:pic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9F9FF63-9BFD-AE04-FDF4-62ED5620E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0982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B9FA55A-7DD7-233A-B840-DBC9DD82A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Konstrukcja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5DC4EEC-0CDC-4AD0-EAC2-BE5C8A0871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pl-PL" b="1" dirty="0"/>
              <a:t>Stworzenie modelu</a:t>
            </a:r>
            <a:r>
              <a:rPr lang="pl-PL" dirty="0"/>
              <a:t>: budujemy macierz kwadratową, której elementy to agenci, wektory liczb interpretowane jako wektory cech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Losowanie</a:t>
            </a:r>
            <a:r>
              <a:rPr lang="en-US" dirty="0"/>
              <a:t>: </a:t>
            </a:r>
            <a:r>
              <a:rPr lang="pl-PL" dirty="0"/>
              <a:t>losowo wybieramy </a:t>
            </a:r>
            <a:r>
              <a:rPr lang="en-US" dirty="0" err="1"/>
              <a:t>aktywnego</a:t>
            </a:r>
            <a:r>
              <a:rPr lang="en-US" dirty="0"/>
              <a:t> </a:t>
            </a:r>
            <a:r>
              <a:rPr lang="en-US" dirty="0" err="1"/>
              <a:t>agenta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jednego</a:t>
            </a:r>
            <a:r>
              <a:rPr lang="en-US" dirty="0"/>
              <a:t> z </a:t>
            </a:r>
            <a:r>
              <a:rPr lang="en-US" dirty="0" err="1"/>
              <a:t>jego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Prawdopodobieństwo</a:t>
            </a:r>
            <a:r>
              <a:rPr lang="en-US" b="1" dirty="0"/>
              <a:t> </a:t>
            </a:r>
            <a:r>
              <a:rPr lang="en-US" b="1" dirty="0" err="1"/>
              <a:t>interakcji</a:t>
            </a:r>
            <a:r>
              <a:rPr lang="en-US" dirty="0"/>
              <a:t>: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wejdą</a:t>
            </a:r>
            <a:r>
              <a:rPr lang="en-US" dirty="0"/>
              <a:t> w </a:t>
            </a:r>
            <a:r>
              <a:rPr lang="en-US" dirty="0" err="1"/>
              <a:t>interakcję</a:t>
            </a:r>
            <a:r>
              <a:rPr lang="en-US" dirty="0"/>
              <a:t> w </a:t>
            </a:r>
            <a:r>
              <a:rPr lang="en-US" dirty="0" err="1"/>
              <a:t>zależności</a:t>
            </a:r>
            <a:r>
              <a:rPr lang="en-US" dirty="0"/>
              <a:t> </a:t>
            </a:r>
            <a:r>
              <a:rPr lang="pl-PL" dirty="0"/>
              <a:t> </a:t>
            </a:r>
            <a:r>
              <a:rPr lang="en-US" dirty="0"/>
              <a:t>od </a:t>
            </a:r>
            <a:r>
              <a:rPr lang="en-US" dirty="0" err="1"/>
              <a:t>aktualnego</a:t>
            </a:r>
            <a:r>
              <a:rPr lang="en-US" dirty="0"/>
              <a:t> </a:t>
            </a:r>
            <a:r>
              <a:rPr lang="en-US" dirty="0" err="1"/>
              <a:t>podobieństwa</a:t>
            </a:r>
            <a:r>
              <a:rPr lang="en-US" dirty="0"/>
              <a:t> </a:t>
            </a:r>
            <a:r>
              <a:rPr lang="en-US" dirty="0" err="1"/>
              <a:t>kulturowego</a:t>
            </a:r>
            <a:r>
              <a:rPr lang="pl-PL" dirty="0"/>
              <a:t>, </a:t>
            </a:r>
            <a:r>
              <a:rPr lang="en-US" dirty="0"/>
              <a:t>np. </a:t>
            </a:r>
            <a:r>
              <a:rPr lang="en-US" dirty="0" err="1"/>
              <a:t>dla</a:t>
            </a:r>
            <a:r>
              <a:rPr lang="en-US" dirty="0"/>
              <a:t> 3 </a:t>
            </a:r>
            <a:r>
              <a:rPr lang="en-US" dirty="0" err="1"/>
              <a:t>cech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5 </a:t>
            </a:r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wynosi</a:t>
            </a:r>
            <a:r>
              <a:rPr lang="en-US" dirty="0"/>
              <a:t> 60%, a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brak</a:t>
            </a:r>
            <a:r>
              <a:rPr lang="en-US" dirty="0"/>
              <a:t> </a:t>
            </a:r>
            <a:r>
              <a:rPr lang="en-US" dirty="0" err="1"/>
              <a:t>wspólnych</a:t>
            </a:r>
            <a:r>
              <a:rPr lang="en-US" dirty="0"/>
              <a:t> to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dochodzi</a:t>
            </a:r>
            <a:r>
              <a:rPr lang="en-US" dirty="0"/>
              <a:t> do </a:t>
            </a:r>
            <a:r>
              <a:rPr lang="en-US" dirty="0" err="1"/>
              <a:t>interakcji</a:t>
            </a:r>
            <a:r>
              <a:rPr lang="en-US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Modyfikacja</a:t>
            </a:r>
            <a:r>
              <a:rPr lang="en-US" b="1" dirty="0"/>
              <a:t> </a:t>
            </a:r>
            <a:r>
              <a:rPr lang="en-US" b="1" dirty="0" err="1"/>
              <a:t>cechy</a:t>
            </a:r>
            <a:r>
              <a:rPr lang="en-US" b="1" dirty="0"/>
              <a:t>: </a:t>
            </a:r>
            <a:r>
              <a:rPr lang="en-US" dirty="0"/>
              <a:t>agent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przyjmuje</a:t>
            </a:r>
            <a:r>
              <a:rPr lang="en-US" dirty="0"/>
              <a:t> </a:t>
            </a:r>
            <a:r>
              <a:rPr lang="en-US" dirty="0" err="1"/>
              <a:t>jedną</a:t>
            </a:r>
            <a:r>
              <a:rPr lang="en-US" dirty="0"/>
              <a:t> </a:t>
            </a:r>
            <a:r>
              <a:rPr lang="en-US" dirty="0" err="1"/>
              <a:t>cechę</a:t>
            </a:r>
            <a:r>
              <a:rPr lang="en-US" dirty="0"/>
              <a:t> </a:t>
            </a:r>
            <a:r>
              <a:rPr lang="en-US" dirty="0" err="1"/>
              <a:t>sąsiada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zwiększa</a:t>
            </a:r>
            <a:r>
              <a:rPr lang="en-US" dirty="0"/>
              <a:t> </a:t>
            </a:r>
            <a:r>
              <a:rPr lang="en-US" dirty="0" err="1"/>
              <a:t>podobieństwo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ABA0655-2852-E143-D068-1BA681919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47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FDF515C-BEA0-6167-A109-FEB7722E2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Agenci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6C43EA2-9663-4D23-85AF-79F10E830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Zbiór cech o określonej długości, które mogą przyjmować różne wartości. </a:t>
            </a:r>
          </a:p>
          <a:p>
            <a:pPr marL="0" indent="0">
              <a:buNone/>
            </a:pPr>
            <a:r>
              <a:rPr lang="pl-PL" dirty="0"/>
              <a:t>Np. [1, 0, 5, 7]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r>
              <a:rPr lang="pl-PL" dirty="0"/>
              <a:t>Kiedy agenci są podobni?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0, 5, 7]</a:t>
            </a:r>
          </a:p>
          <a:p>
            <a:pPr marL="0" indent="0">
              <a:buNone/>
            </a:pPr>
            <a:r>
              <a:rPr lang="pl-PL" dirty="0"/>
              <a:t>[</a:t>
            </a:r>
            <a:r>
              <a:rPr lang="pl-PL" dirty="0">
                <a:solidFill>
                  <a:srgbClr val="00B0F0"/>
                </a:solidFill>
              </a:rPr>
              <a:t>1</a:t>
            </a:r>
            <a:r>
              <a:rPr lang="pl-PL" dirty="0"/>
              <a:t>, 3, 4, 6]			</a:t>
            </a:r>
          </a:p>
          <a:p>
            <a:pPr marL="0" indent="0">
              <a:buNone/>
            </a:pPr>
            <a:r>
              <a:rPr lang="pl-PL" dirty="0"/>
              <a:t>				</a:t>
            </a:r>
          </a:p>
        </p:txBody>
      </p:sp>
      <p:cxnSp>
        <p:nvCxnSpPr>
          <p:cNvPr id="5" name="Łącznik prosty ze strzałką 4">
            <a:extLst>
              <a:ext uri="{FF2B5EF4-FFF2-40B4-BE49-F238E27FC236}">
                <a16:creationId xmlns:a16="http://schemas.microsoft.com/office/drawing/2014/main" id="{A8262240-8185-DEDB-F5E4-112D01256BC1}"/>
              </a:ext>
            </a:extLst>
          </p:cNvPr>
          <p:cNvCxnSpPr/>
          <p:nvPr/>
        </p:nvCxnSpPr>
        <p:spPr>
          <a:xfrm>
            <a:off x="2517058" y="4709652"/>
            <a:ext cx="139618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0EB9B950-B1B8-9E58-8752-63BA81109B26}"/>
              </a:ext>
            </a:extLst>
          </p:cNvPr>
          <p:cNvSpPr txBox="1"/>
          <p:nvPr/>
        </p:nvSpPr>
        <p:spPr>
          <a:xfrm>
            <a:off x="4090218" y="4478812"/>
            <a:ext cx="71873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dirty="0"/>
              <a:t>Podobieństwo, szansa interakcji = 1/4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5E7DCCBE-F70E-6500-511D-599EF198D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33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73E7B9-8195-F34D-5595-4475F0AD4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FDA5552-AE7D-5585-2170-6F2AAEA32F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162C34F4-E5BF-196B-C3B6-3371932A86FC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7A65A284-5220-2432-0399-9DB910A9676E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E3580E95-F18E-1221-CA34-5BBD1386E33F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A561B71D-0308-4444-F094-B18C604947C7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41E2EE0C-5C78-BDA6-CC8C-E8DF1B93D3C0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CA8EF8AA-DAA8-82B5-A9CC-80CA73818898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57A84347-3C28-0608-CCE9-FF307F2D1363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BB92E317-308C-C82C-F0D6-B1CBCABBAB8F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3676DDD0-8F97-CDB3-0733-8AED04BCCE03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C9869464-7E11-25F4-829B-1BB75C4C95EC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5D0C730A-33EB-F4B2-C53D-ED036C246845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61B80037-DFC5-D3FC-9281-B3941B12EE95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9C1D0090-D415-4954-C6E8-7737509B1BAE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4B581ADB-6BD1-383C-8015-40878020625C}"/>
              </a:ext>
            </a:extLst>
          </p:cNvPr>
          <p:cNvCxnSpPr/>
          <p:nvPr/>
        </p:nvCxnSpPr>
        <p:spPr>
          <a:xfrm>
            <a:off x="6405715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5FDA1F15-5941-5C61-97D5-E509DD17DC9F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F3A3AAF2-9249-D8E4-A60F-8997B179BD44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FEBE3FE7-FC69-DF23-5693-5BFA66A3C28F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F89312C5-49AE-22D6-9603-F3BFEE4F2393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C82DE7F7-4A6E-D448-5EA1-FC67861C1AAB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778407FD-ACDB-C53D-5EE4-6259F8641BA6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2242972C-E54B-FF5E-BF33-C07E8C410F33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A5AA254-9D3B-345A-6B80-DEDB06F4B007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9612E740-FAA5-4D31-23E4-29A8C433D625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CFD58858-A36C-1E95-CF69-39BCC23728EF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16977E4-5DFF-3E01-64FB-7C21B5C9B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8164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201F98-980C-CC9A-BA44-2231D0622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116FD7-2DC7-AE82-7D9A-C02FAC9F0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Macierz agentów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17E801E-1873-9B8F-B89A-D9B54AEAA8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 dirty="0"/>
          </a:p>
        </p:txBody>
      </p:sp>
      <p:sp>
        <p:nvSpPr>
          <p:cNvPr id="18" name="Owal 17">
            <a:extLst>
              <a:ext uri="{FF2B5EF4-FFF2-40B4-BE49-F238E27FC236}">
                <a16:creationId xmlns:a16="http://schemas.microsoft.com/office/drawing/2014/main" id="{CDD79732-7961-E532-49E9-82AB340E5D78}"/>
              </a:ext>
            </a:extLst>
          </p:cNvPr>
          <p:cNvSpPr/>
          <p:nvPr/>
        </p:nvSpPr>
        <p:spPr>
          <a:xfrm>
            <a:off x="4656186" y="4689502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0" name="Owal 19">
            <a:extLst>
              <a:ext uri="{FF2B5EF4-FFF2-40B4-BE49-F238E27FC236}">
                <a16:creationId xmlns:a16="http://schemas.microsoft.com/office/drawing/2014/main" id="{A1CD4372-0AA9-DC81-53BD-4A0F0751A8CA}"/>
              </a:ext>
            </a:extLst>
          </p:cNvPr>
          <p:cNvSpPr/>
          <p:nvPr/>
        </p:nvSpPr>
        <p:spPr>
          <a:xfrm>
            <a:off x="5911643" y="466885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2" name="Owal 21">
            <a:extLst>
              <a:ext uri="{FF2B5EF4-FFF2-40B4-BE49-F238E27FC236}">
                <a16:creationId xmlns:a16="http://schemas.microsoft.com/office/drawing/2014/main" id="{0F5FD360-3689-240A-2705-BDBA7FF5451A}"/>
              </a:ext>
            </a:extLst>
          </p:cNvPr>
          <p:cNvSpPr/>
          <p:nvPr/>
        </p:nvSpPr>
        <p:spPr>
          <a:xfrm>
            <a:off x="4613786" y="3361896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26" name="Owal 25">
            <a:extLst>
              <a:ext uri="{FF2B5EF4-FFF2-40B4-BE49-F238E27FC236}">
                <a16:creationId xmlns:a16="http://schemas.microsoft.com/office/drawing/2014/main" id="{E33D377E-50BF-93D6-998C-A9266AEADCEA}"/>
              </a:ext>
            </a:extLst>
          </p:cNvPr>
          <p:cNvSpPr/>
          <p:nvPr/>
        </p:nvSpPr>
        <p:spPr>
          <a:xfrm>
            <a:off x="7270953" y="3323303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2" name="Owal 31">
            <a:extLst>
              <a:ext uri="{FF2B5EF4-FFF2-40B4-BE49-F238E27FC236}">
                <a16:creationId xmlns:a16="http://schemas.microsoft.com/office/drawing/2014/main" id="{43CED3C7-DEA7-84FF-4BDE-8A1D8F9C985A}"/>
              </a:ext>
            </a:extLst>
          </p:cNvPr>
          <p:cNvSpPr/>
          <p:nvPr/>
        </p:nvSpPr>
        <p:spPr>
          <a:xfrm>
            <a:off x="7270953" y="466049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34" name="Owal 33">
            <a:extLst>
              <a:ext uri="{FF2B5EF4-FFF2-40B4-BE49-F238E27FC236}">
                <a16:creationId xmlns:a16="http://schemas.microsoft.com/office/drawing/2014/main" id="{4695BF99-F0C8-F06F-CA7C-CE3A27C8D14B}"/>
              </a:ext>
            </a:extLst>
          </p:cNvPr>
          <p:cNvSpPr/>
          <p:nvPr/>
        </p:nvSpPr>
        <p:spPr>
          <a:xfrm>
            <a:off x="462976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6" name="Owal 35">
            <a:extLst>
              <a:ext uri="{FF2B5EF4-FFF2-40B4-BE49-F238E27FC236}">
                <a16:creationId xmlns:a16="http://schemas.microsoft.com/office/drawing/2014/main" id="{AC3A48EA-7380-AD62-4E04-B2CA8C46E261}"/>
              </a:ext>
            </a:extLst>
          </p:cNvPr>
          <p:cNvSpPr/>
          <p:nvPr/>
        </p:nvSpPr>
        <p:spPr>
          <a:xfrm>
            <a:off x="5960803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38" name="Owal 37">
            <a:extLst>
              <a:ext uri="{FF2B5EF4-FFF2-40B4-BE49-F238E27FC236}">
                <a16:creationId xmlns:a16="http://schemas.microsoft.com/office/drawing/2014/main" id="{DDDE7F28-CD4A-A28F-192D-A1BD70C6E9AC}"/>
              </a:ext>
            </a:extLst>
          </p:cNvPr>
          <p:cNvSpPr/>
          <p:nvPr/>
        </p:nvSpPr>
        <p:spPr>
          <a:xfrm>
            <a:off x="7243916" y="2033511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cxnSp>
        <p:nvCxnSpPr>
          <p:cNvPr id="43" name="Łącznik prosty 42">
            <a:extLst>
              <a:ext uri="{FF2B5EF4-FFF2-40B4-BE49-F238E27FC236}">
                <a16:creationId xmlns:a16="http://schemas.microsoft.com/office/drawing/2014/main" id="{6407FD4B-09D5-34E4-8872-E6E7A47F226A}"/>
              </a:ext>
            </a:extLst>
          </p:cNvPr>
          <p:cNvCxnSpPr>
            <a:cxnSpLocks/>
            <a:stCxn id="34" idx="2"/>
            <a:endCxn id="38" idx="6"/>
          </p:cNvCxnSpPr>
          <p:nvPr/>
        </p:nvCxnSpPr>
        <p:spPr>
          <a:xfrm>
            <a:off x="4629763" y="2490711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Łącznik prosty 45">
            <a:extLst>
              <a:ext uri="{FF2B5EF4-FFF2-40B4-BE49-F238E27FC236}">
                <a16:creationId xmlns:a16="http://schemas.microsoft.com/office/drawing/2014/main" id="{86E13F02-5E05-47FF-AEEC-CEA45824139C}"/>
              </a:ext>
            </a:extLst>
          </p:cNvPr>
          <p:cNvCxnSpPr>
            <a:cxnSpLocks/>
          </p:cNvCxnSpPr>
          <p:nvPr/>
        </p:nvCxnSpPr>
        <p:spPr>
          <a:xfrm>
            <a:off x="4656800" y="3819096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Łącznik prosty 46">
            <a:extLst>
              <a:ext uri="{FF2B5EF4-FFF2-40B4-BE49-F238E27FC236}">
                <a16:creationId xmlns:a16="http://schemas.microsoft.com/office/drawing/2014/main" id="{F648A2CD-7095-A2BC-C530-D519B6F89D83}"/>
              </a:ext>
            </a:extLst>
          </p:cNvPr>
          <p:cNvCxnSpPr>
            <a:cxnSpLocks/>
          </p:cNvCxnSpPr>
          <p:nvPr/>
        </p:nvCxnSpPr>
        <p:spPr>
          <a:xfrm>
            <a:off x="4656800" y="5126050"/>
            <a:ext cx="352855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Łącznik prosty 48">
            <a:extLst>
              <a:ext uri="{FF2B5EF4-FFF2-40B4-BE49-F238E27FC236}">
                <a16:creationId xmlns:a16="http://schemas.microsoft.com/office/drawing/2014/main" id="{F1CA3D66-2D96-B533-830A-8B6EDE07EC27}"/>
              </a:ext>
            </a:extLst>
          </p:cNvPr>
          <p:cNvCxnSpPr/>
          <p:nvPr/>
        </p:nvCxnSpPr>
        <p:spPr>
          <a:xfrm>
            <a:off x="5073444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Łącznik prosty 49">
            <a:extLst>
              <a:ext uri="{FF2B5EF4-FFF2-40B4-BE49-F238E27FC236}">
                <a16:creationId xmlns:a16="http://schemas.microsoft.com/office/drawing/2014/main" id="{8EA55B8F-2BF8-8B7E-4219-9347607A451B}"/>
              </a:ext>
            </a:extLst>
          </p:cNvPr>
          <p:cNvCxnSpPr/>
          <p:nvPr/>
        </p:nvCxnSpPr>
        <p:spPr>
          <a:xfrm>
            <a:off x="6386050" y="2213096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Łącznik prosty 50">
            <a:extLst>
              <a:ext uri="{FF2B5EF4-FFF2-40B4-BE49-F238E27FC236}">
                <a16:creationId xmlns:a16="http://schemas.microsoft.com/office/drawing/2014/main" id="{7D6EF537-030E-12CC-CDB6-9945A02360ED}"/>
              </a:ext>
            </a:extLst>
          </p:cNvPr>
          <p:cNvCxnSpPr/>
          <p:nvPr/>
        </p:nvCxnSpPr>
        <p:spPr>
          <a:xfrm>
            <a:off x="7733070" y="2362891"/>
            <a:ext cx="0" cy="32119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pole tekstowe 51">
            <a:extLst>
              <a:ext uri="{FF2B5EF4-FFF2-40B4-BE49-F238E27FC236}">
                <a16:creationId xmlns:a16="http://schemas.microsoft.com/office/drawing/2014/main" id="{309722FB-BF90-B681-CFCD-34B159C17C5E}"/>
              </a:ext>
            </a:extLst>
          </p:cNvPr>
          <p:cNvSpPr txBox="1"/>
          <p:nvPr/>
        </p:nvSpPr>
        <p:spPr>
          <a:xfrm>
            <a:off x="4549579" y="22784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4" name="pole tekstowe 53">
            <a:extLst>
              <a:ext uri="{FF2B5EF4-FFF2-40B4-BE49-F238E27FC236}">
                <a16:creationId xmlns:a16="http://schemas.microsoft.com/office/drawing/2014/main" id="{9959F5B0-C84A-CDC9-20CA-02D7CEC71B4C}"/>
              </a:ext>
            </a:extLst>
          </p:cNvPr>
          <p:cNvSpPr txBox="1"/>
          <p:nvPr/>
        </p:nvSpPr>
        <p:spPr>
          <a:xfrm>
            <a:off x="5830667" y="226276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6" name="pole tekstowe 55">
            <a:extLst>
              <a:ext uri="{FF2B5EF4-FFF2-40B4-BE49-F238E27FC236}">
                <a16:creationId xmlns:a16="http://schemas.microsoft.com/office/drawing/2014/main" id="{6B3EF203-68BC-F9F3-3900-FD35A8A3344E}"/>
              </a:ext>
            </a:extLst>
          </p:cNvPr>
          <p:cNvSpPr txBox="1"/>
          <p:nvPr/>
        </p:nvSpPr>
        <p:spPr>
          <a:xfrm>
            <a:off x="4517089" y="3619396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58" name="pole tekstowe 57">
            <a:extLst>
              <a:ext uri="{FF2B5EF4-FFF2-40B4-BE49-F238E27FC236}">
                <a16:creationId xmlns:a16="http://schemas.microsoft.com/office/drawing/2014/main" id="{96988D90-C752-6A0F-74C2-B99175F4DAA8}"/>
              </a:ext>
            </a:extLst>
          </p:cNvPr>
          <p:cNvSpPr txBox="1"/>
          <p:nvPr/>
        </p:nvSpPr>
        <p:spPr>
          <a:xfrm>
            <a:off x="7191989" y="228633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[2,0,1,1]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0" name="pole tekstowe 59">
            <a:extLst>
              <a:ext uri="{FF2B5EF4-FFF2-40B4-BE49-F238E27FC236}">
                <a16:creationId xmlns:a16="http://schemas.microsoft.com/office/drawing/2014/main" id="{83623277-F3D3-2804-C0AF-7342EC2B349F}"/>
              </a:ext>
            </a:extLst>
          </p:cNvPr>
          <p:cNvSpPr txBox="1"/>
          <p:nvPr/>
        </p:nvSpPr>
        <p:spPr>
          <a:xfrm>
            <a:off x="5844443" y="3591372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2" name="pole tekstowe 61">
            <a:extLst>
              <a:ext uri="{FF2B5EF4-FFF2-40B4-BE49-F238E27FC236}">
                <a16:creationId xmlns:a16="http://schemas.microsoft.com/office/drawing/2014/main" id="{DD1C364B-FF42-F778-4580-D19D7C36FB00}"/>
              </a:ext>
            </a:extLst>
          </p:cNvPr>
          <p:cNvSpPr txBox="1"/>
          <p:nvPr/>
        </p:nvSpPr>
        <p:spPr>
          <a:xfrm>
            <a:off x="7200283" y="358531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4" name="pole tekstowe 63">
            <a:extLst>
              <a:ext uri="{FF2B5EF4-FFF2-40B4-BE49-F238E27FC236}">
                <a16:creationId xmlns:a16="http://schemas.microsoft.com/office/drawing/2014/main" id="{FCB7F36D-CCC3-F548-F792-3E792B78B614}"/>
              </a:ext>
            </a:extLst>
          </p:cNvPr>
          <p:cNvSpPr txBox="1"/>
          <p:nvPr/>
        </p:nvSpPr>
        <p:spPr>
          <a:xfrm>
            <a:off x="4577836" y="4928559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[1,0,1,7]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6" name="pole tekstowe 65">
            <a:extLst>
              <a:ext uri="{FF2B5EF4-FFF2-40B4-BE49-F238E27FC236}">
                <a16:creationId xmlns:a16="http://schemas.microsoft.com/office/drawing/2014/main" id="{2A9E1FAF-3F9C-824E-2518-955EBD07544F}"/>
              </a:ext>
            </a:extLst>
          </p:cNvPr>
          <p:cNvSpPr txBox="1"/>
          <p:nvPr/>
        </p:nvSpPr>
        <p:spPr>
          <a:xfrm>
            <a:off x="5817466" y="4913701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68" name="pole tekstowe 67">
            <a:extLst>
              <a:ext uri="{FF2B5EF4-FFF2-40B4-BE49-F238E27FC236}">
                <a16:creationId xmlns:a16="http://schemas.microsoft.com/office/drawing/2014/main" id="{41D01D82-0805-5412-299A-F5A09ABB81CE}"/>
              </a:ext>
            </a:extLst>
          </p:cNvPr>
          <p:cNvSpPr txBox="1"/>
          <p:nvPr/>
        </p:nvSpPr>
        <p:spPr>
          <a:xfrm>
            <a:off x="7191988" y="4928558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[2,2,5,7]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24" name="Owal 23">
            <a:extLst>
              <a:ext uri="{FF2B5EF4-FFF2-40B4-BE49-F238E27FC236}">
                <a16:creationId xmlns:a16="http://schemas.microsoft.com/office/drawing/2014/main" id="{6C45BF54-2488-9C22-E776-903DA5069686}"/>
              </a:ext>
            </a:extLst>
          </p:cNvPr>
          <p:cNvSpPr/>
          <p:nvPr/>
        </p:nvSpPr>
        <p:spPr>
          <a:xfrm>
            <a:off x="5943599" y="3327483"/>
            <a:ext cx="914400" cy="914400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39B7D9DC-EF69-40AC-8846-019845ACCDE5}"/>
              </a:ext>
            </a:extLst>
          </p:cNvPr>
          <p:cNvSpPr txBox="1"/>
          <p:nvPr/>
        </p:nvSpPr>
        <p:spPr>
          <a:xfrm>
            <a:off x="5860612" y="3606205"/>
            <a:ext cx="12528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  <a:p>
            <a:r>
              <a:rPr lang="pl-PL" dirty="0">
                <a:solidFill>
                  <a:schemeClr val="bg1"/>
                </a:solidFill>
              </a:rPr>
              <a:t>,</a:t>
            </a:r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2F9E80E-CA6E-C821-ED89-E66E9203B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657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710E48-1FEB-75E1-9FF5-BF24E3667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131B6BCD-3E54-BB78-E755-BCA7545685E5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612D9946-9FCE-AD9C-2C98-039CCFD8A53E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AB27A452-A91D-34BB-F858-46BFD3DE416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9242B72-DCF4-C8F1-FEDE-135C0B2699D5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8ADAF726-B1A5-29E0-0454-35317E6C03BE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3906933A-48B1-4DE6-31F8-ED6E37B3FB43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2B3C4987-50BD-3C34-CC12-4DDC7B419FA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346C79FC-4A6C-CAB9-0115-6F015A081528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53D9BAA0-6220-6395-B510-807358D00E4F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5548D2F4-4961-0379-E518-D19D4856086D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6D3C2D8F-CCC2-81F0-C64D-FB2CC4361B4C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08764B5B-577A-C2E4-C28D-F42F4BB0365F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84F7A12F-81EC-6324-76CE-47E4C6116F04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416B634B-CA48-13E1-484B-0FFAA0AA75DC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16FD7123-3018-ABF3-9811-A76DE5E2FE44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E687FF8-2E0A-F4C6-4D25-DFD31FD71D47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7BA17F71-47CB-2FBD-417F-8F0FEA8E8CC4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BFE46211-1B17-C36E-5C11-B59990142E9D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03290A9B-8AAB-0C84-1405-611283290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7974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BFE6-52D4-48FF-820C-FDA042463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B00865E-1DDD-AD45-8CC9-8F068ECF4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43084442-39ED-85AE-F37C-C761048EA483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FBE93C4B-D690-660B-A806-D67678AC0D38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35EF87F6-C951-6031-6809-28AF2798DC7A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D3BD3A29-07AC-309F-9B64-BD8F95B9EB68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375D1CD5-7461-D585-19AE-E22ED71CE80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4F4C1783-0E75-0B3A-0991-88064C6E6AE5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F38EE3C2-65FB-0F0D-4C00-6AFE65C48A85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664C1242-0693-9AC7-8610-1B6ECC9DBE10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E0092A95-3260-F54D-01C6-25C824180891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AABC309A-AB24-ECE8-6D97-57405EE30C07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[1,1,1,2]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D059CC28-724A-408E-CEB4-DF4E26C84AC5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B324DAC9-D543-113B-AA79-351DC68030BA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F49E8997-06E0-5C96-B6C2-B3EF0A10D641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75F1D24B-A757-BC58-E1D3-9FA17F5EE5E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09BFD67E-13F0-40B3-8A1D-9178EFB08CD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BAB75950-07C5-49C4-0414-5E32533518D1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11392DA1-ACC3-0BF0-AEC4-32CFA300F05A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8039A616-E6D9-9832-FBB3-242A8BDFAF20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3" name="Symbol zastępczy numeru slajdu 2">
            <a:extLst>
              <a:ext uri="{FF2B5EF4-FFF2-40B4-BE49-F238E27FC236}">
                <a16:creationId xmlns:a16="http://schemas.microsoft.com/office/drawing/2014/main" id="{210A82A9-B7A8-908F-357F-DA47E41D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3294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A6215-C4E6-AC75-6B6A-8E9F5422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AD7C586-07EE-1C78-5CBD-B68A055CDC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Interakcje</a:t>
            </a:r>
          </a:p>
        </p:txBody>
      </p:sp>
      <p:sp>
        <p:nvSpPr>
          <p:cNvPr id="9" name="Owal 8">
            <a:extLst>
              <a:ext uri="{FF2B5EF4-FFF2-40B4-BE49-F238E27FC236}">
                <a16:creationId xmlns:a16="http://schemas.microsoft.com/office/drawing/2014/main" id="{FF138750-3521-FA2B-4E44-893432237AA2}"/>
              </a:ext>
            </a:extLst>
          </p:cNvPr>
          <p:cNvSpPr/>
          <p:nvPr/>
        </p:nvSpPr>
        <p:spPr>
          <a:xfrm>
            <a:off x="5538019" y="3293806"/>
            <a:ext cx="1115962" cy="1115962"/>
          </a:xfrm>
          <a:prstGeom prst="ellips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1" name="Owal 10">
            <a:extLst>
              <a:ext uri="{FF2B5EF4-FFF2-40B4-BE49-F238E27FC236}">
                <a16:creationId xmlns:a16="http://schemas.microsoft.com/office/drawing/2014/main" id="{7E1E8B2E-5FE2-4B44-A8B7-69EAAA4B471B}"/>
              </a:ext>
            </a:extLst>
          </p:cNvPr>
          <p:cNvSpPr/>
          <p:nvPr/>
        </p:nvSpPr>
        <p:spPr>
          <a:xfrm>
            <a:off x="2499852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3" name="Owal 12">
            <a:extLst>
              <a:ext uri="{FF2B5EF4-FFF2-40B4-BE49-F238E27FC236}">
                <a16:creationId xmlns:a16="http://schemas.microsoft.com/office/drawing/2014/main" id="{8B28CFAC-4C52-71BD-D6DC-330134587056}"/>
              </a:ext>
            </a:extLst>
          </p:cNvPr>
          <p:cNvSpPr/>
          <p:nvPr/>
        </p:nvSpPr>
        <p:spPr>
          <a:xfrm>
            <a:off x="8576186" y="3293806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 dirty="0"/>
          </a:p>
        </p:txBody>
      </p:sp>
      <p:sp>
        <p:nvSpPr>
          <p:cNvPr id="15" name="Owal 14">
            <a:extLst>
              <a:ext uri="{FF2B5EF4-FFF2-40B4-BE49-F238E27FC236}">
                <a16:creationId xmlns:a16="http://schemas.microsoft.com/office/drawing/2014/main" id="{26925B68-1884-F793-03FF-065054D022DB}"/>
              </a:ext>
            </a:extLst>
          </p:cNvPr>
          <p:cNvSpPr/>
          <p:nvPr/>
        </p:nvSpPr>
        <p:spPr>
          <a:xfrm>
            <a:off x="5538019" y="5376913"/>
            <a:ext cx="1115962" cy="111596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17" name="Owal 16">
            <a:extLst>
              <a:ext uri="{FF2B5EF4-FFF2-40B4-BE49-F238E27FC236}">
                <a16:creationId xmlns:a16="http://schemas.microsoft.com/office/drawing/2014/main" id="{953F0EC4-1CF8-7E0D-B8D0-328701AC1BAA}"/>
              </a:ext>
            </a:extLst>
          </p:cNvPr>
          <p:cNvSpPr/>
          <p:nvPr/>
        </p:nvSpPr>
        <p:spPr>
          <a:xfrm>
            <a:off x="5538019" y="1210699"/>
            <a:ext cx="1115962" cy="111596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cxnSp>
        <p:nvCxnSpPr>
          <p:cNvPr id="19" name="Łącznik prosty ze strzałką 18">
            <a:extLst>
              <a:ext uri="{FF2B5EF4-FFF2-40B4-BE49-F238E27FC236}">
                <a16:creationId xmlns:a16="http://schemas.microsoft.com/office/drawing/2014/main" id="{5E26CC31-45B2-EDA6-135F-32B7459D6C8F}"/>
              </a:ext>
            </a:extLst>
          </p:cNvPr>
          <p:cNvCxnSpPr>
            <a:stCxn id="11" idx="6"/>
            <a:endCxn id="9" idx="2"/>
          </p:cNvCxnSpPr>
          <p:nvPr/>
        </p:nvCxnSpPr>
        <p:spPr>
          <a:xfrm>
            <a:off x="3615814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Łącznik prosty ze strzałką 20">
            <a:extLst>
              <a:ext uri="{FF2B5EF4-FFF2-40B4-BE49-F238E27FC236}">
                <a16:creationId xmlns:a16="http://schemas.microsoft.com/office/drawing/2014/main" id="{E37ED14B-9E32-E8B4-B5AD-FA683BE24DF9}"/>
              </a:ext>
            </a:extLst>
          </p:cNvPr>
          <p:cNvCxnSpPr>
            <a:stCxn id="17" idx="4"/>
            <a:endCxn id="9" idx="0"/>
          </p:cNvCxnSpPr>
          <p:nvPr/>
        </p:nvCxnSpPr>
        <p:spPr>
          <a:xfrm>
            <a:off x="6096000" y="2326661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Łącznik prosty ze strzałką 22">
            <a:extLst>
              <a:ext uri="{FF2B5EF4-FFF2-40B4-BE49-F238E27FC236}">
                <a16:creationId xmlns:a16="http://schemas.microsoft.com/office/drawing/2014/main" id="{E9A41BD0-FB61-145F-7A27-0F9371309519}"/>
              </a:ext>
            </a:extLst>
          </p:cNvPr>
          <p:cNvCxnSpPr>
            <a:stCxn id="15" idx="0"/>
            <a:endCxn id="9" idx="4"/>
          </p:cNvCxnSpPr>
          <p:nvPr/>
        </p:nvCxnSpPr>
        <p:spPr>
          <a:xfrm flipV="1">
            <a:off x="6096000" y="4409768"/>
            <a:ext cx="0" cy="967145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Łącznik prosty ze strzałką 24">
            <a:extLst>
              <a:ext uri="{FF2B5EF4-FFF2-40B4-BE49-F238E27FC236}">
                <a16:creationId xmlns:a16="http://schemas.microsoft.com/office/drawing/2014/main" id="{C7A8A049-38D0-DF0F-5CED-DFA6E4C7E529}"/>
              </a:ext>
            </a:extLst>
          </p:cNvPr>
          <p:cNvCxnSpPr>
            <a:stCxn id="13" idx="2"/>
            <a:endCxn id="9" idx="6"/>
          </p:cNvCxnSpPr>
          <p:nvPr/>
        </p:nvCxnSpPr>
        <p:spPr>
          <a:xfrm flipH="1">
            <a:off x="6653981" y="3851787"/>
            <a:ext cx="1922205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" name="pole tekstowe 29">
            <a:extLst>
              <a:ext uri="{FF2B5EF4-FFF2-40B4-BE49-F238E27FC236}">
                <a16:creationId xmlns:a16="http://schemas.microsoft.com/office/drawing/2014/main" id="{8DFE19C5-5B3B-5C03-A8E9-D957B2698F1B}"/>
              </a:ext>
            </a:extLst>
          </p:cNvPr>
          <p:cNvSpPr txBox="1"/>
          <p:nvPr/>
        </p:nvSpPr>
        <p:spPr>
          <a:xfrm>
            <a:off x="5538019" y="3667121"/>
            <a:ext cx="11159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</a:t>
            </a:r>
            <a:r>
              <a:rPr lang="en-US" dirty="0">
                <a:solidFill>
                  <a:schemeClr val="bg1"/>
                </a:solidFill>
              </a:rPr>
              <a:t>4</a:t>
            </a:r>
            <a:r>
              <a:rPr lang="pl-PL" dirty="0">
                <a:solidFill>
                  <a:schemeClr val="bg1"/>
                </a:solidFill>
              </a:rPr>
              <a:t>,1,2]</a:t>
            </a:r>
          </a:p>
        </p:txBody>
      </p:sp>
      <p:sp>
        <p:nvSpPr>
          <p:cNvPr id="32" name="pole tekstowe 31">
            <a:extLst>
              <a:ext uri="{FF2B5EF4-FFF2-40B4-BE49-F238E27FC236}">
                <a16:creationId xmlns:a16="http://schemas.microsoft.com/office/drawing/2014/main" id="{2746DD0B-1E50-8405-7571-D6C5BFA8C40D}"/>
              </a:ext>
            </a:extLst>
          </p:cNvPr>
          <p:cNvSpPr txBox="1"/>
          <p:nvPr/>
        </p:nvSpPr>
        <p:spPr>
          <a:xfrm>
            <a:off x="2499852" y="362533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[7,7,5,</a:t>
            </a:r>
            <a:r>
              <a:rPr lang="en-US" dirty="0">
                <a:solidFill>
                  <a:schemeClr val="bg1"/>
                </a:solidFill>
              </a:rPr>
              <a:t>3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4" name="pole tekstowe 33">
            <a:extLst>
              <a:ext uri="{FF2B5EF4-FFF2-40B4-BE49-F238E27FC236}">
                <a16:creationId xmlns:a16="http://schemas.microsoft.com/office/drawing/2014/main" id="{6C9A7DE0-549F-0BEE-1B08-404DA57F7D16}"/>
              </a:ext>
            </a:extLst>
          </p:cNvPr>
          <p:cNvSpPr txBox="1"/>
          <p:nvPr/>
        </p:nvSpPr>
        <p:spPr>
          <a:xfrm>
            <a:off x="8576186" y="3667121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[1,0,5,7]</a:t>
            </a:r>
          </a:p>
        </p:txBody>
      </p:sp>
      <p:sp>
        <p:nvSpPr>
          <p:cNvPr id="36" name="pole tekstowe 35">
            <a:extLst>
              <a:ext uri="{FF2B5EF4-FFF2-40B4-BE49-F238E27FC236}">
                <a16:creationId xmlns:a16="http://schemas.microsoft.com/office/drawing/2014/main" id="{1ECEFE5D-728C-4432-46D6-754814153758}"/>
              </a:ext>
            </a:extLst>
          </p:cNvPr>
          <p:cNvSpPr txBox="1"/>
          <p:nvPr/>
        </p:nvSpPr>
        <p:spPr>
          <a:xfrm>
            <a:off x="5538019" y="5750228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[1,4,5,7]</a:t>
            </a:r>
          </a:p>
        </p:txBody>
      </p:sp>
      <p:sp>
        <p:nvSpPr>
          <p:cNvPr id="38" name="pole tekstowe 37">
            <a:extLst>
              <a:ext uri="{FF2B5EF4-FFF2-40B4-BE49-F238E27FC236}">
                <a16:creationId xmlns:a16="http://schemas.microsoft.com/office/drawing/2014/main" id="{B2FE0B97-3C01-033F-5A34-0F3210F583D5}"/>
              </a:ext>
            </a:extLst>
          </p:cNvPr>
          <p:cNvSpPr txBox="1"/>
          <p:nvPr/>
        </p:nvSpPr>
        <p:spPr>
          <a:xfrm>
            <a:off x="5555226" y="1584014"/>
            <a:ext cx="12528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bg1"/>
                </a:solidFill>
              </a:rPr>
              <a:t> [1,0,5,</a:t>
            </a: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pl-PL" dirty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9" name="pole tekstowe 38">
            <a:extLst>
              <a:ext uri="{FF2B5EF4-FFF2-40B4-BE49-F238E27FC236}">
                <a16:creationId xmlns:a16="http://schemas.microsoft.com/office/drawing/2014/main" id="{3CEB0D2C-04B5-70E9-9086-803EF12953A7}"/>
              </a:ext>
            </a:extLst>
          </p:cNvPr>
          <p:cNvSpPr txBox="1"/>
          <p:nvPr/>
        </p:nvSpPr>
        <p:spPr>
          <a:xfrm>
            <a:off x="4001729" y="3519948"/>
            <a:ext cx="657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0</a:t>
            </a:r>
            <a:endParaRPr lang="pl-PL" dirty="0"/>
          </a:p>
        </p:txBody>
      </p:sp>
      <p:sp>
        <p:nvSpPr>
          <p:cNvPr id="43" name="pole tekstowe 42">
            <a:extLst>
              <a:ext uri="{FF2B5EF4-FFF2-40B4-BE49-F238E27FC236}">
                <a16:creationId xmlns:a16="http://schemas.microsoft.com/office/drawing/2014/main" id="{2F5293F2-E47E-9835-C036-672AD1F2A370}"/>
              </a:ext>
            </a:extLst>
          </p:cNvPr>
          <p:cNvSpPr txBox="1"/>
          <p:nvPr/>
        </p:nvSpPr>
        <p:spPr>
          <a:xfrm>
            <a:off x="7286307" y="3519948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1/4</a:t>
            </a:r>
            <a:endParaRPr lang="pl-PL" dirty="0"/>
          </a:p>
        </p:txBody>
      </p:sp>
      <p:sp>
        <p:nvSpPr>
          <p:cNvPr id="45" name="pole tekstowe 44">
            <a:extLst>
              <a:ext uri="{FF2B5EF4-FFF2-40B4-BE49-F238E27FC236}">
                <a16:creationId xmlns:a16="http://schemas.microsoft.com/office/drawing/2014/main" id="{498259D8-790A-FD42-3BB8-D15B458ED709}"/>
              </a:ext>
            </a:extLst>
          </p:cNvPr>
          <p:cNvSpPr txBox="1"/>
          <p:nvPr/>
        </p:nvSpPr>
        <p:spPr>
          <a:xfrm>
            <a:off x="6164434" y="262771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47" name="pole tekstowe 46">
            <a:extLst>
              <a:ext uri="{FF2B5EF4-FFF2-40B4-BE49-F238E27FC236}">
                <a16:creationId xmlns:a16="http://schemas.microsoft.com/office/drawing/2014/main" id="{7CE31329-00DB-DA96-9A24-0AC1472C4AF8}"/>
              </a:ext>
            </a:extLst>
          </p:cNvPr>
          <p:cNvSpPr txBox="1"/>
          <p:nvPr/>
        </p:nvSpPr>
        <p:spPr>
          <a:xfrm>
            <a:off x="6181641" y="4689633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 = 1/2</a:t>
            </a:r>
            <a:endParaRPr lang="pl-PL" dirty="0"/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DF8329F-0805-4891-C012-7562F2DE2D8A}"/>
              </a:ext>
            </a:extLst>
          </p:cNvPr>
          <p:cNvSpPr txBox="1"/>
          <p:nvPr/>
        </p:nvSpPr>
        <p:spPr>
          <a:xfrm>
            <a:off x="780435" y="1584014"/>
            <a:ext cx="349659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 err="1"/>
              <a:t>Zmieniamy</a:t>
            </a:r>
            <a:r>
              <a:rPr lang="en-US" sz="2600" dirty="0"/>
              <a:t> </a:t>
            </a:r>
            <a:r>
              <a:rPr lang="en-US" sz="2600" dirty="0" err="1"/>
              <a:t>losową</a:t>
            </a:r>
            <a:r>
              <a:rPr lang="en-US" sz="2600" dirty="0"/>
              <a:t> </a:t>
            </a:r>
            <a:r>
              <a:rPr lang="en-US" sz="2600" dirty="0" err="1"/>
              <a:t>cechę</a:t>
            </a:r>
            <a:r>
              <a:rPr lang="en-US" sz="2600" dirty="0"/>
              <a:t>, </a:t>
            </a:r>
            <a:r>
              <a:rPr lang="en-US" sz="2600" dirty="0" err="1"/>
              <a:t>którą</a:t>
            </a:r>
            <a:r>
              <a:rPr lang="en-US" sz="2600" dirty="0"/>
              <a:t> </a:t>
            </a:r>
            <a:r>
              <a:rPr lang="en-US" sz="2600" dirty="0" err="1"/>
              <a:t>się</a:t>
            </a:r>
            <a:r>
              <a:rPr lang="en-US" sz="2600" dirty="0"/>
              <a:t> </a:t>
            </a:r>
            <a:r>
              <a:rPr lang="en-US" sz="2600" dirty="0" err="1"/>
              <a:t>rożnią</a:t>
            </a:r>
            <a:r>
              <a:rPr lang="en-US" sz="2600" dirty="0"/>
              <a:t>.</a:t>
            </a:r>
            <a:endParaRPr lang="pl-PL" sz="2600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59753B1-1F0C-C8B7-4948-277EBBD7C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6376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6288A7-C2FF-EEAF-913F-879F9A76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Przebieg</a:t>
            </a:r>
            <a:r>
              <a:rPr lang="en-US" dirty="0"/>
              <a:t> </a:t>
            </a:r>
            <a:r>
              <a:rPr lang="en-US" dirty="0" err="1"/>
              <a:t>symulacji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F17B2F8-4EF7-6C2B-E34A-76E8DFB21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Na </a:t>
            </a:r>
            <a:r>
              <a:rPr lang="en-US" dirty="0" err="1"/>
              <a:t>początku</a:t>
            </a:r>
            <a:r>
              <a:rPr lang="en-US" dirty="0"/>
              <a:t> </a:t>
            </a:r>
            <a:r>
              <a:rPr lang="en-US" dirty="0" err="1"/>
              <a:t>agenci</a:t>
            </a:r>
            <a:r>
              <a:rPr lang="en-US" dirty="0"/>
              <a:t> </a:t>
            </a:r>
            <a:r>
              <a:rPr lang="en-US" dirty="0" err="1"/>
              <a:t>mają</a:t>
            </a:r>
            <a:r>
              <a:rPr lang="en-US" dirty="0"/>
              <a:t> </a:t>
            </a:r>
            <a:r>
              <a:rPr lang="en-US" dirty="0" err="1"/>
              <a:t>losowo</a:t>
            </a:r>
            <a:r>
              <a:rPr lang="en-US" dirty="0"/>
              <a:t> </a:t>
            </a:r>
            <a:r>
              <a:rPr lang="en-US" dirty="0" err="1"/>
              <a:t>przypisane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. </a:t>
            </a:r>
            <a:r>
              <a:rPr lang="en-US" dirty="0" err="1"/>
              <a:t>Większość</a:t>
            </a:r>
            <a:r>
              <a:rPr lang="en-US" dirty="0"/>
              <a:t> </a:t>
            </a:r>
            <a:r>
              <a:rPr lang="en-US" dirty="0" err="1"/>
              <a:t>sąsiadów</a:t>
            </a:r>
            <a:r>
              <a:rPr lang="en-US" dirty="0"/>
              <a:t> ma ze </a:t>
            </a:r>
            <a:r>
              <a:rPr lang="en-US" dirty="0" err="1"/>
              <a:t>sobą</a:t>
            </a:r>
            <a:r>
              <a:rPr lang="en-US" dirty="0"/>
              <a:t> </a:t>
            </a:r>
            <a:r>
              <a:rPr lang="en-US" b="1" dirty="0" err="1"/>
              <a:t>bardzo</a:t>
            </a:r>
            <a:r>
              <a:rPr lang="en-US" b="1" dirty="0"/>
              <a:t> </a:t>
            </a:r>
            <a:r>
              <a:rPr lang="en-US" b="1" dirty="0" err="1"/>
              <a:t>mało</a:t>
            </a:r>
            <a:r>
              <a:rPr lang="en-US" b="1" dirty="0"/>
              <a:t> </a:t>
            </a:r>
            <a:r>
              <a:rPr lang="en-US" b="1" dirty="0" err="1"/>
              <a:t>wspólnego</a:t>
            </a:r>
            <a:r>
              <a:rPr lang="en-US" b="1" dirty="0"/>
              <a:t> </a:t>
            </a:r>
            <a:r>
              <a:rPr lang="en-US" dirty="0"/>
              <a:t>(</a:t>
            </a:r>
            <a:r>
              <a:rPr lang="en-US" dirty="0" err="1"/>
              <a:t>dużo</a:t>
            </a:r>
            <a:r>
              <a:rPr lang="en-US" dirty="0"/>
              <a:t> </a:t>
            </a:r>
            <a:r>
              <a:rPr lang="en-US" dirty="0" err="1"/>
              <a:t>różnych</a:t>
            </a:r>
            <a:r>
              <a:rPr lang="en-US" dirty="0"/>
              <a:t> </a:t>
            </a:r>
            <a:r>
              <a:rPr lang="en-US" dirty="0" err="1"/>
              <a:t>kolorów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pl-PL" dirty="0"/>
              <a:t>następnym slajdzie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 W </a:t>
            </a:r>
            <a:r>
              <a:rPr lang="en-US" dirty="0" err="1"/>
              <a:t>miarę</a:t>
            </a:r>
            <a:r>
              <a:rPr lang="en-US" dirty="0"/>
              <a:t> </a:t>
            </a:r>
            <a:r>
              <a:rPr lang="en-US" dirty="0" err="1"/>
              <a:t>upływu</a:t>
            </a:r>
            <a:r>
              <a:rPr lang="en-US" dirty="0"/>
              <a:t> </a:t>
            </a:r>
            <a:r>
              <a:rPr lang="en-US" dirty="0" err="1"/>
              <a:t>czasu</a:t>
            </a:r>
            <a:r>
              <a:rPr lang="en-US" dirty="0"/>
              <a:t> (</a:t>
            </a:r>
            <a:r>
              <a:rPr lang="en-US" dirty="0" err="1"/>
              <a:t>zdarzeń</a:t>
            </a:r>
            <a:r>
              <a:rPr lang="en-US" dirty="0"/>
              <a:t>) </a:t>
            </a:r>
            <a:r>
              <a:rPr lang="en-US" dirty="0" err="1"/>
              <a:t>lokalne</a:t>
            </a:r>
            <a:r>
              <a:rPr lang="en-US" dirty="0"/>
              <a:t> </a:t>
            </a:r>
            <a:r>
              <a:rPr lang="en-US" dirty="0" err="1"/>
              <a:t>interakcje</a:t>
            </a:r>
            <a:r>
              <a:rPr lang="en-US" dirty="0"/>
              <a:t> </a:t>
            </a:r>
            <a:r>
              <a:rPr lang="en-US" dirty="0" err="1"/>
              <a:t>powodują</a:t>
            </a:r>
            <a:r>
              <a:rPr lang="en-US" dirty="0"/>
              <a:t>, </a:t>
            </a:r>
            <a:r>
              <a:rPr lang="en-US" dirty="0" err="1"/>
              <a:t>że</a:t>
            </a:r>
            <a:r>
              <a:rPr lang="en-US" dirty="0"/>
              <a:t> </a:t>
            </a:r>
            <a:r>
              <a:rPr lang="en-US" dirty="0" err="1"/>
              <a:t>wspólne</a:t>
            </a:r>
            <a:r>
              <a:rPr lang="en-US" dirty="0"/>
              <a:t> </a:t>
            </a:r>
            <a:r>
              <a:rPr lang="en-US" dirty="0" err="1"/>
              <a:t>warianty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 </a:t>
            </a:r>
            <a:r>
              <a:rPr lang="en-US" b="1" dirty="0" err="1"/>
              <a:t>rozprzestrzeniają</a:t>
            </a:r>
            <a:r>
              <a:rPr lang="en-US" b="1" dirty="0"/>
              <a:t> </a:t>
            </a:r>
            <a:r>
              <a:rPr lang="en-US" b="1" dirty="0" err="1"/>
              <a:t>się</a:t>
            </a:r>
            <a:r>
              <a:rPr lang="en-US" b="1" dirty="0"/>
              <a:t> </a:t>
            </a:r>
            <a:r>
              <a:rPr lang="en-US" b="1" dirty="0" err="1"/>
              <a:t>na</a:t>
            </a:r>
            <a:r>
              <a:rPr lang="en-US" b="1" dirty="0"/>
              <a:t> </a:t>
            </a:r>
            <a:r>
              <a:rPr lang="en-US" b="1" dirty="0" err="1"/>
              <a:t>coraz</a:t>
            </a:r>
            <a:r>
              <a:rPr lang="en-US" b="1" dirty="0"/>
              <a:t> </a:t>
            </a:r>
            <a:r>
              <a:rPr lang="en-US" b="1" dirty="0" err="1"/>
              <a:t>większe</a:t>
            </a:r>
            <a:r>
              <a:rPr lang="en-US" b="1" dirty="0"/>
              <a:t> </a:t>
            </a:r>
            <a:r>
              <a:rPr lang="en-US" b="1" dirty="0" err="1"/>
              <a:t>obszary</a:t>
            </a:r>
            <a:r>
              <a:rPr lang="en-US" dirty="0"/>
              <a:t> (</a:t>
            </a:r>
            <a:r>
              <a:rPr lang="en-US" dirty="0" err="1"/>
              <a:t>regiony</a:t>
            </a:r>
            <a:r>
              <a:rPr lang="en-US" dirty="0"/>
              <a:t> </a:t>
            </a:r>
            <a:r>
              <a:rPr lang="en-US" dirty="0" err="1"/>
              <a:t>kulturowe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Stan </a:t>
            </a:r>
            <a:r>
              <a:rPr lang="en-US" b="1" dirty="0" err="1"/>
              <a:t>stacjonarny</a:t>
            </a:r>
            <a:r>
              <a:rPr lang="en-US" b="1" dirty="0"/>
              <a:t>: </a:t>
            </a:r>
            <a:r>
              <a:rPr lang="en-US" dirty="0" err="1"/>
              <a:t>proces</a:t>
            </a:r>
            <a:r>
              <a:rPr lang="en-US" dirty="0"/>
              <a:t> </a:t>
            </a:r>
            <a:r>
              <a:rPr lang="en-US" dirty="0" err="1"/>
              <a:t>kończy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stabilizuje</a:t>
            </a:r>
            <a:r>
              <a:rPr lang="en-US" dirty="0"/>
              <a:t>, </a:t>
            </a:r>
            <a:r>
              <a:rPr lang="en-US" dirty="0" err="1"/>
              <a:t>gdy</a:t>
            </a:r>
            <a:r>
              <a:rPr lang="en-US" dirty="0"/>
              <a:t> </a:t>
            </a:r>
            <a:r>
              <a:rPr lang="en-US" dirty="0" err="1"/>
              <a:t>żadna</a:t>
            </a:r>
            <a:r>
              <a:rPr lang="en-US" dirty="0"/>
              <a:t> para </a:t>
            </a:r>
            <a:r>
              <a:rPr lang="en-US" dirty="0" err="1"/>
              <a:t>sąsiadujących</a:t>
            </a:r>
            <a:r>
              <a:rPr lang="en-US" dirty="0"/>
              <a:t> </a:t>
            </a:r>
            <a:r>
              <a:rPr lang="en-US" dirty="0" err="1"/>
              <a:t>jednostek</a:t>
            </a:r>
            <a:r>
              <a:rPr lang="en-US" dirty="0"/>
              <a:t>  </a:t>
            </a:r>
            <a:r>
              <a:rPr lang="en-US" dirty="0" err="1"/>
              <a:t>nie</a:t>
            </a:r>
            <a:r>
              <a:rPr lang="en-US" dirty="0"/>
              <a:t> </a:t>
            </a:r>
            <a:r>
              <a:rPr lang="en-US" dirty="0" err="1"/>
              <a:t>może</a:t>
            </a:r>
            <a:r>
              <a:rPr lang="en-US" dirty="0"/>
              <a:t> </a:t>
            </a:r>
            <a:r>
              <a:rPr lang="en-US" dirty="0" err="1"/>
              <a:t>już</a:t>
            </a:r>
            <a:r>
              <a:rPr lang="en-US" dirty="0"/>
              <a:t> </a:t>
            </a:r>
            <a:r>
              <a:rPr lang="en-US" dirty="0" err="1"/>
              <a:t>zmienić</a:t>
            </a:r>
            <a:r>
              <a:rPr lang="en-US" dirty="0"/>
              <a:t> </a:t>
            </a:r>
            <a:r>
              <a:rPr lang="en-US" dirty="0" err="1"/>
              <a:t>swojej</a:t>
            </a:r>
            <a:r>
              <a:rPr lang="en-US" dirty="0"/>
              <a:t> </a:t>
            </a:r>
            <a:r>
              <a:rPr lang="en-US" dirty="0" err="1"/>
              <a:t>kultury</a:t>
            </a:r>
            <a:r>
              <a:rPr lang="en-US" dirty="0"/>
              <a:t> (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identyczni</a:t>
            </a:r>
            <a:r>
              <a:rPr lang="en-US" dirty="0"/>
              <a:t> </a:t>
            </a:r>
            <a:r>
              <a:rPr lang="en-US" dirty="0" err="1"/>
              <a:t>albo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odmienni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Wynik</a:t>
            </a:r>
            <a:r>
              <a:rPr lang="en-US" b="1" dirty="0"/>
              <a:t> </a:t>
            </a:r>
            <a:r>
              <a:rPr lang="en-US" b="1" dirty="0" err="1"/>
              <a:t>końcowy</a:t>
            </a:r>
            <a:r>
              <a:rPr lang="en-US" b="1" dirty="0"/>
              <a:t> </a:t>
            </a:r>
            <a:r>
              <a:rPr lang="en-US" dirty="0"/>
              <a:t>to </a:t>
            </a:r>
            <a:r>
              <a:rPr lang="en-US" b="1" dirty="0" err="1"/>
              <a:t>globalna</a:t>
            </a:r>
            <a:r>
              <a:rPr lang="en-US" b="1" dirty="0"/>
              <a:t> </a:t>
            </a:r>
            <a:r>
              <a:rPr lang="en-US" b="1" dirty="0" err="1"/>
              <a:t>polaryzacja</a:t>
            </a:r>
            <a:r>
              <a:rPr lang="en-US" dirty="0"/>
              <a:t>, </a:t>
            </a:r>
            <a:r>
              <a:rPr lang="en-US" dirty="0" err="1"/>
              <a:t>czyli</a:t>
            </a:r>
            <a:r>
              <a:rPr lang="en-US" dirty="0"/>
              <a:t> </a:t>
            </a:r>
            <a:r>
              <a:rPr lang="en-US" dirty="0" err="1"/>
              <a:t>kilka</a:t>
            </a:r>
            <a:r>
              <a:rPr lang="en-US" dirty="0"/>
              <a:t> </a:t>
            </a:r>
            <a:r>
              <a:rPr lang="en-US" dirty="0" err="1"/>
              <a:t>całkowicie</a:t>
            </a:r>
            <a:r>
              <a:rPr lang="en-US" dirty="0"/>
              <a:t> </a:t>
            </a:r>
            <a:r>
              <a:rPr lang="en-US" dirty="0" err="1"/>
              <a:t>odizolowanych</a:t>
            </a:r>
            <a:r>
              <a:rPr lang="en-US" dirty="0"/>
              <a:t> od </a:t>
            </a:r>
            <a:r>
              <a:rPr lang="en-US" dirty="0" err="1"/>
              <a:t>siebie</a:t>
            </a:r>
            <a:r>
              <a:rPr lang="en-US" dirty="0"/>
              <a:t>,  </a:t>
            </a:r>
            <a:r>
              <a:rPr lang="en-US" dirty="0" err="1"/>
              <a:t>stabilnych</a:t>
            </a:r>
            <a:r>
              <a:rPr lang="en-US" dirty="0"/>
              <a:t> </a:t>
            </a:r>
            <a:r>
              <a:rPr lang="en-US" dirty="0" err="1"/>
              <a:t>regionów</a:t>
            </a:r>
            <a:r>
              <a:rPr lang="en-US" dirty="0"/>
              <a:t> </a:t>
            </a:r>
            <a:r>
              <a:rPr lang="en-US" dirty="0" err="1"/>
              <a:t>kulturowych</a:t>
            </a:r>
            <a:r>
              <a:rPr lang="en-US" dirty="0"/>
              <a:t>. </a:t>
            </a:r>
          </a:p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902FF2B3-919C-5615-6B5C-423EC5C9BA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586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raz 2">
            <a:extLst>
              <a:ext uri="{FF2B5EF4-FFF2-40B4-BE49-F238E27FC236}">
                <a16:creationId xmlns:a16="http://schemas.microsoft.com/office/drawing/2014/main" id="{D3CB3F2C-B1F3-E809-0AE2-BC335BAD6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961"/>
          <a:stretch>
            <a:fillRect/>
          </a:stretch>
        </p:blipFill>
        <p:spPr>
          <a:xfrm>
            <a:off x="2261936" y="0"/>
            <a:ext cx="9673389" cy="6750022"/>
          </a:xfrm>
          <a:prstGeom prst="rect">
            <a:avLst/>
          </a:prstGeom>
        </p:spPr>
      </p:pic>
      <p:sp>
        <p:nvSpPr>
          <p:cNvPr id="4" name="pole tekstowe 3">
            <a:extLst>
              <a:ext uri="{FF2B5EF4-FFF2-40B4-BE49-F238E27FC236}">
                <a16:creationId xmlns:a16="http://schemas.microsoft.com/office/drawing/2014/main" id="{8DAC0634-F7D3-2AC5-5478-1014E6CD789D}"/>
              </a:ext>
            </a:extLst>
          </p:cNvPr>
          <p:cNvSpPr txBox="1"/>
          <p:nvPr/>
        </p:nvSpPr>
        <p:spPr>
          <a:xfrm>
            <a:off x="481262" y="4811616"/>
            <a:ext cx="3100138" cy="1554272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</a:t>
            </a:r>
          </a:p>
          <a:p>
            <a:r>
              <a:rPr lang="pl-PL" sz="1900" dirty="0"/>
              <a:t>liczba wariantów: 6</a:t>
            </a:r>
          </a:p>
          <a:p>
            <a:r>
              <a:rPr lang="pl-PL" sz="1900" dirty="0"/>
              <a:t>długość boku siatki: 16</a:t>
            </a:r>
          </a:p>
          <a:p>
            <a:r>
              <a:rPr lang="pl-PL" sz="1900" dirty="0"/>
              <a:t>liczba iteracji: &lt;1mln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7FB32805-6F4F-BDDA-1811-5FDFEAF37A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51799" y="1037570"/>
            <a:ext cx="2418081" cy="298469"/>
          </a:xfrm>
          <a:prstGeom prst="rect">
            <a:avLst/>
          </a:prstGeom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04838392-E671-208D-C04A-254AFF27D9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1799" y="822960"/>
            <a:ext cx="2330692" cy="214610"/>
          </a:xfrm>
          <a:prstGeom prst="rect">
            <a:avLst/>
          </a:prstGeom>
        </p:spPr>
      </p:pic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690A1182-A3A5-BE4F-EA66-501B26704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730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5BD9F-7388-27B7-6E97-13AEFA7F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4693E866-FE5B-AD44-8FA5-3862CBAF09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4536" y="76200"/>
            <a:ext cx="8940800" cy="670560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B774FEC-EBFA-B662-1372-7D093BD8B71A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&lt;300000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12BE039-A615-0FED-AA2B-0ADC328ED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4411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BEEFD-4777-E5BE-A441-F2ED6C94E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8AA74A69-C74E-CA5A-4969-7D4FF901DF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790" y="144378"/>
            <a:ext cx="8758990" cy="6569243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335EFD6F-418E-DEBF-4D57-0A479983EECB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długość boku siatki: 10</a:t>
            </a:r>
          </a:p>
          <a:p>
            <a:r>
              <a:rPr lang="pl-PL" sz="1900" dirty="0"/>
              <a:t>liczba iteracji: &lt;400000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BD0C09B4-26CE-4575-BDA9-DE177BA3BA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1792" y="304800"/>
            <a:ext cx="3877218" cy="288364"/>
          </a:xfrm>
          <a:prstGeom prst="rect">
            <a:avLst/>
          </a:prstGeom>
        </p:spPr>
      </p:pic>
      <p:sp>
        <p:nvSpPr>
          <p:cNvPr id="7" name="pole tekstowe 6">
            <a:extLst>
              <a:ext uri="{FF2B5EF4-FFF2-40B4-BE49-F238E27FC236}">
                <a16:creationId xmlns:a16="http://schemas.microsoft.com/office/drawing/2014/main" id="{55926E9D-9C6D-461D-CA0A-C9934EBC198E}"/>
              </a:ext>
            </a:extLst>
          </p:cNvPr>
          <p:cNvSpPr txBox="1"/>
          <p:nvPr/>
        </p:nvSpPr>
        <p:spPr>
          <a:xfrm>
            <a:off x="3446284" y="288758"/>
            <a:ext cx="8288233" cy="384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900" dirty="0"/>
              <a:t>Unormowana wielkość największego regionu w zależności od liczby wariantów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2A5870F8-AB54-E4FF-3F0D-46C36E02E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680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6A47C-9D1B-ADDB-C999-E46054B35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D1C94B36-4188-B57F-D942-9E288C45B2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8000" y="244638"/>
            <a:ext cx="9794000" cy="6121250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4E702975-534F-BD40-3DB2-DC29CD0460FD}"/>
              </a:ext>
            </a:extLst>
          </p:cNvPr>
          <p:cNvSpPr txBox="1"/>
          <p:nvPr/>
        </p:nvSpPr>
        <p:spPr>
          <a:xfrm>
            <a:off x="481262" y="5104004"/>
            <a:ext cx="3100138" cy="1261884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5</a:t>
            </a:r>
          </a:p>
          <a:p>
            <a:r>
              <a:rPr lang="pl-PL" sz="1900" dirty="0"/>
              <a:t>liczba wariantów: 5</a:t>
            </a:r>
          </a:p>
          <a:p>
            <a:r>
              <a:rPr lang="pl-PL" sz="1900" dirty="0"/>
              <a:t>liczba iteracji: &lt;1mln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E8B14BBC-DC36-A8CA-BBF2-9AFF2C84D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520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C778C-6913-9203-0009-771F46F93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0145A6B3-F51E-DF0E-0AF2-74CD15D5F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4263"/>
            <a:ext cx="12192000" cy="4876799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172743B8-D8F6-9E33-B65F-B2EE3D858D57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3, liczba wariantów: 6</a:t>
            </a:r>
          </a:p>
          <a:p>
            <a:r>
              <a:rPr lang="pl-PL" sz="1900" dirty="0"/>
              <a:t>długość boku siatki: 18,  liczba iteracji: 1mln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7B2D977B-BB74-7FD4-7BBC-C0987B5F9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979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7407CC0-3BB3-4563-A997-6BDBBB13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Rozszerzenie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A4F3297-7DD6-0EF4-82F1-773AB2F43F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8839201" cy="42222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3600" dirty="0"/>
              <a:t>Wprowadzamy nowe typy sąsiedztw: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Rozszerzone – zwiększamy sąsiedztwo o przekątne (z 4 wspólnych do 8).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sz="3600" dirty="0"/>
              <a:t>Toroidalne – łączymy agentów na brzegach (za</a:t>
            </a:r>
            <a:r>
              <a:rPr lang="en-US" sz="3600" dirty="0" err="1"/>
              <a:t>wijamy</a:t>
            </a:r>
            <a:r>
              <a:rPr lang="en-US" sz="3600" dirty="0"/>
              <a:t> </a:t>
            </a:r>
            <a:r>
              <a:rPr lang="en-US" sz="3600" dirty="0" err="1"/>
              <a:t>siatkę</a:t>
            </a:r>
            <a:r>
              <a:rPr lang="en-US" sz="3600" dirty="0"/>
              <a:t> w </a:t>
            </a:r>
            <a:r>
              <a:rPr lang="en-US" sz="3600" dirty="0" err="1"/>
              <a:t>kształt</a:t>
            </a:r>
            <a:r>
              <a:rPr lang="en-US" sz="3600" dirty="0"/>
              <a:t> </a:t>
            </a:r>
            <a:r>
              <a:rPr lang="en-US" sz="3600" dirty="0" err="1"/>
              <a:t>torusa</a:t>
            </a:r>
            <a:r>
              <a:rPr lang="pl-PL" sz="3600" dirty="0"/>
              <a:t>), wy</a:t>
            </a:r>
            <a:r>
              <a:rPr lang="en-US" sz="3600" dirty="0" err="1"/>
              <a:t>równując</a:t>
            </a:r>
            <a:r>
              <a:rPr lang="pl-PL" sz="3600"/>
              <a:t> sąsiedztwa.</a:t>
            </a:r>
            <a:endParaRPr lang="pl-PL" sz="3600" dirty="0"/>
          </a:p>
          <a:p>
            <a:pPr>
              <a:buFont typeface="Wingdings" panose="05000000000000000000" pitchFamily="2" charset="2"/>
              <a:buChar char="§"/>
            </a:pPr>
            <a:endParaRPr lang="en-US" sz="3600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5D8E6B7-A676-19C9-FBC0-6F82629BC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941" y="3962400"/>
            <a:ext cx="3261175" cy="2735179"/>
          </a:xfrm>
          <a:prstGeom prst="rect">
            <a:avLst/>
          </a:prstGeom>
        </p:spPr>
      </p:pic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64A57D2-0665-33F0-767A-174A3F326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5251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BAB6D-D60C-623B-DF2D-F83D89DE3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raz 3">
            <a:extLst>
              <a:ext uri="{FF2B5EF4-FFF2-40B4-BE49-F238E27FC236}">
                <a16:creationId xmlns:a16="http://schemas.microsoft.com/office/drawing/2014/main" id="{B1180836-521C-4E00-E013-C85F79DFE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10" y="144379"/>
            <a:ext cx="12153890" cy="5064121"/>
          </a:xfrm>
          <a:prstGeom prst="rect">
            <a:avLst/>
          </a:prstGeom>
        </p:spPr>
      </p:pic>
      <p:sp>
        <p:nvSpPr>
          <p:cNvPr id="6" name="pole tekstowe 5">
            <a:extLst>
              <a:ext uri="{FF2B5EF4-FFF2-40B4-BE49-F238E27FC236}">
                <a16:creationId xmlns:a16="http://schemas.microsoft.com/office/drawing/2014/main" id="{F5E76416-235D-E25C-30AC-483D5D255A56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2mln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9D5815F6-BA71-98FE-D1B4-B0D71CC12B44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A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2CF74C33-1C50-E634-3113-2AD85143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81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braz 4">
            <a:extLst>
              <a:ext uri="{FF2B5EF4-FFF2-40B4-BE49-F238E27FC236}">
                <a16:creationId xmlns:a16="http://schemas.microsoft.com/office/drawing/2014/main" id="{97A5FA6D-A409-3767-1C9F-4EEC8B12B3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67" y="144379"/>
            <a:ext cx="12166333" cy="5069305"/>
          </a:xfrm>
          <a:prstGeom prst="rect">
            <a:avLst/>
          </a:prstGeom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75CDD93B-F121-21E0-1374-5C6EF0B1751B}"/>
              </a:ext>
            </a:extLst>
          </p:cNvPr>
          <p:cNvSpPr txBox="1"/>
          <p:nvPr/>
        </p:nvSpPr>
        <p:spPr>
          <a:xfrm>
            <a:off x="481262" y="5396392"/>
            <a:ext cx="5213685" cy="9694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r>
              <a:rPr lang="pl-PL" sz="1900" u="sng" dirty="0"/>
              <a:t>Parametry</a:t>
            </a:r>
          </a:p>
          <a:p>
            <a:r>
              <a:rPr lang="pl-PL" sz="1900" dirty="0"/>
              <a:t>liczba cech: 6, liczba wariantów: 12</a:t>
            </a:r>
          </a:p>
          <a:p>
            <a:r>
              <a:rPr lang="pl-PL" sz="1900" dirty="0"/>
              <a:t>długość boku siatki: 30,  liczba iteracji: 1mln</a:t>
            </a: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230A3FC0-811A-7882-6409-E81F1253BC56}"/>
              </a:ext>
            </a:extLst>
          </p:cNvPr>
          <p:cNvSpPr txBox="1"/>
          <p:nvPr/>
        </p:nvSpPr>
        <p:spPr>
          <a:xfrm>
            <a:off x="8534400" y="5619530"/>
            <a:ext cx="2316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/>
              <a:t>Symulacja B</a:t>
            </a:r>
          </a:p>
        </p:txBody>
      </p:sp>
      <p:sp>
        <p:nvSpPr>
          <p:cNvPr id="2" name="Symbol zastępczy numeru slajdu 1">
            <a:extLst>
              <a:ext uri="{FF2B5EF4-FFF2-40B4-BE49-F238E27FC236}">
                <a16:creationId xmlns:a16="http://schemas.microsoft.com/office/drawing/2014/main" id="{1F406462-F70A-6F3E-ED9A-B4FC62C77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986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58507E3-A492-ADE9-9CC9-39CA0FE7F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Rezultat rozszerzenia modelu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2EC9DE-B8DC-3284-A196-82B0FE9D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Więcej sąsiadów powoduje bardziej ekspansywną wymianę kulturową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Mniej sąsiadów sprzyja tworzeniu się odrębnych regionów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Dla większej liczby sąsiadów rośnie </a:t>
            </a:r>
            <a:r>
              <a:rPr lang="pl-PL" b="1" dirty="0"/>
              <a:t>konkurencja o dominację kulturową</a:t>
            </a:r>
            <a:r>
              <a:rPr lang="pl-PL" dirty="0"/>
              <a:t> z innymi agentami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pl-PL" dirty="0"/>
              <a:t>Model toroidalny likwiduje możliwość łatwiejszego upodabniania się kultury na brzegach</a:t>
            </a:r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ACB2E10E-018D-3E97-BF81-B826120B4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4638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B6157CB-37E3-1BAD-1464-BA515DC4B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Wnioski końcowe</a:t>
            </a:r>
            <a:endParaRPr lang="en-US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8976C9-4BCF-B715-7CBA-4FBC45D365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219" y="1499191"/>
            <a:ext cx="11206716" cy="5071730"/>
          </a:xfrm>
        </p:spPr>
        <p:txBody>
          <a:bodyPr>
            <a:normAutofit fontScale="25000" lnSpcReduction="20000"/>
          </a:bodyPr>
          <a:lstStyle/>
          <a:p>
            <a:r>
              <a:rPr lang="en-US" sz="12800" dirty="0" err="1"/>
              <a:t>Najważniejszy</a:t>
            </a:r>
            <a:r>
              <a:rPr lang="en-US" sz="12800" dirty="0"/>
              <a:t> </a:t>
            </a:r>
            <a:r>
              <a:rPr lang="en-US" sz="12800" dirty="0" err="1"/>
              <a:t>wniosek</a:t>
            </a:r>
            <a:r>
              <a:rPr lang="en-US" sz="12800" dirty="0"/>
              <a:t> </a:t>
            </a:r>
            <a:r>
              <a:rPr lang="en-US" sz="12800" dirty="0" err="1"/>
              <a:t>płynący</a:t>
            </a:r>
            <a:r>
              <a:rPr lang="en-US" sz="12800" dirty="0"/>
              <a:t> z </a:t>
            </a:r>
            <a:r>
              <a:rPr lang="en-US" sz="12800" dirty="0" err="1"/>
              <a:t>badań</a:t>
            </a:r>
            <a:r>
              <a:rPr lang="en-US" sz="12800" dirty="0"/>
              <a:t> </a:t>
            </a:r>
            <a:r>
              <a:rPr lang="en-US" sz="12800" dirty="0" err="1"/>
              <a:t>Axelroda</a:t>
            </a:r>
            <a:r>
              <a:rPr lang="en-US" sz="12800" dirty="0"/>
              <a:t> </a:t>
            </a:r>
            <a:r>
              <a:rPr lang="en-US" sz="12800" dirty="0" err="1"/>
              <a:t>wskazuje</a:t>
            </a:r>
            <a:r>
              <a:rPr lang="en-US" sz="12800" dirty="0"/>
              <a:t>, </a:t>
            </a:r>
            <a:r>
              <a:rPr lang="en-US" sz="12800" dirty="0" err="1"/>
              <a:t>że</a:t>
            </a:r>
            <a:r>
              <a:rPr lang="en-US" sz="12800" dirty="0"/>
              <a:t> </a:t>
            </a:r>
            <a:r>
              <a:rPr lang="en-US" sz="12800" b="1" dirty="0" err="1"/>
              <a:t>dążenie</a:t>
            </a:r>
            <a:r>
              <a:rPr lang="en-US" sz="12800" b="1" dirty="0"/>
              <a:t> do </a:t>
            </a:r>
            <a:r>
              <a:rPr lang="en-US" sz="12800" b="1" dirty="0" err="1"/>
              <a:t>lokalnego</a:t>
            </a:r>
            <a:r>
              <a:rPr lang="en-US" sz="12800" b="1" dirty="0"/>
              <a:t> </a:t>
            </a:r>
            <a:r>
              <a:rPr lang="en-US" sz="12800" b="1" dirty="0" err="1"/>
              <a:t>podobieństwa</a:t>
            </a:r>
            <a:r>
              <a:rPr lang="pl-PL" sz="12800" b="1" dirty="0"/>
              <a:t> </a:t>
            </a:r>
            <a:r>
              <a:rPr lang="en-US" sz="12800" dirty="0" err="1"/>
              <a:t>paradoksalnie</a:t>
            </a:r>
            <a:r>
              <a:rPr lang="en-US" sz="12800" dirty="0"/>
              <a:t> </a:t>
            </a:r>
            <a:r>
              <a:rPr lang="en-US" sz="12800" b="1" dirty="0" err="1"/>
              <a:t>uniemożliwia</a:t>
            </a:r>
            <a:r>
              <a:rPr lang="en-US" sz="12800" b="1" dirty="0"/>
              <a:t> </a:t>
            </a:r>
            <a:r>
              <a:rPr lang="en-US" sz="12800" b="1" dirty="0" err="1"/>
              <a:t>całkowite</a:t>
            </a:r>
            <a:r>
              <a:rPr lang="en-US" sz="12800" b="1" dirty="0"/>
              <a:t> </a:t>
            </a:r>
            <a:r>
              <a:rPr lang="en-US" sz="12800" b="1" dirty="0" err="1"/>
              <a:t>ujednolicenie</a:t>
            </a:r>
            <a:r>
              <a:rPr lang="en-US" sz="12800" b="1" dirty="0"/>
              <a:t> </a:t>
            </a:r>
            <a:r>
              <a:rPr lang="en-US" sz="12800" b="1" dirty="0" err="1"/>
              <a:t>całego</a:t>
            </a:r>
            <a:r>
              <a:rPr lang="en-US" sz="12800" b="1" dirty="0"/>
              <a:t> </a:t>
            </a:r>
            <a:r>
              <a:rPr lang="en-US" sz="12800" b="1" dirty="0" err="1"/>
              <a:t>społeczeństwa</a:t>
            </a:r>
            <a:r>
              <a:rPr lang="en-US" sz="12800" b="1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cementuje</a:t>
            </a:r>
            <a:r>
              <a:rPr lang="en-US" sz="12800" dirty="0"/>
              <a:t>  </a:t>
            </a:r>
            <a:r>
              <a:rPr lang="en-US" sz="12800" dirty="0" err="1"/>
              <a:t>trwałe</a:t>
            </a:r>
            <a:r>
              <a:rPr lang="en-US" sz="12800" dirty="0"/>
              <a:t> </a:t>
            </a:r>
            <a:r>
              <a:rPr lang="en-US" sz="12800" dirty="0" err="1"/>
              <a:t>podziały</a:t>
            </a:r>
            <a:r>
              <a:rPr lang="en-US" sz="12800" dirty="0"/>
              <a:t> </a:t>
            </a:r>
            <a:r>
              <a:rPr lang="en-US" sz="12800" dirty="0" err="1"/>
              <a:t>kulturowe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poziomie</a:t>
            </a:r>
            <a:r>
              <a:rPr lang="en-US" sz="12800" dirty="0"/>
              <a:t> </a:t>
            </a:r>
            <a:r>
              <a:rPr lang="en-US" sz="12800" dirty="0" err="1"/>
              <a:t>globalnym</a:t>
            </a:r>
            <a:r>
              <a:rPr lang="en-US" sz="12800" dirty="0"/>
              <a:t> (</a:t>
            </a:r>
            <a:r>
              <a:rPr lang="en-US" sz="12800" dirty="0" err="1"/>
              <a:t>wyspy</a:t>
            </a:r>
            <a:r>
              <a:rPr lang="en-US" sz="12800" dirty="0"/>
              <a:t> </a:t>
            </a:r>
            <a:r>
              <a:rPr lang="en-US" sz="12800" dirty="0" err="1"/>
              <a:t>wspólne</a:t>
            </a:r>
            <a:r>
              <a:rPr lang="en-US" sz="12800" dirty="0"/>
              <a:t> </a:t>
            </a:r>
            <a:r>
              <a:rPr lang="en-US" sz="12800" dirty="0" err="1"/>
              <a:t>kulturowo</a:t>
            </a:r>
            <a:r>
              <a:rPr lang="en-US" sz="12800" dirty="0"/>
              <a:t>).</a:t>
            </a:r>
            <a:br>
              <a:rPr lang="en-US" sz="12800" dirty="0"/>
            </a:br>
            <a:endParaRPr lang="en-US" sz="12800" dirty="0"/>
          </a:p>
          <a:p>
            <a:r>
              <a:rPr lang="en-US" sz="12800" dirty="0"/>
              <a:t>    </a:t>
            </a:r>
            <a:r>
              <a:rPr lang="en-US" sz="12800" dirty="0" err="1"/>
              <a:t>Im</a:t>
            </a:r>
            <a:r>
              <a:rPr lang="en-US" sz="12800" dirty="0"/>
              <a:t> </a:t>
            </a:r>
            <a:r>
              <a:rPr lang="en-US" sz="12800" b="1" dirty="0" err="1"/>
              <a:t>więcej</a:t>
            </a:r>
            <a:r>
              <a:rPr lang="en-US" sz="12800" b="1" dirty="0"/>
              <a:t> </a:t>
            </a:r>
            <a:r>
              <a:rPr lang="pl-PL" sz="12800" b="1" dirty="0"/>
              <a:t>wariantów</a:t>
            </a:r>
            <a:r>
              <a:rPr lang="en-US" sz="12800" b="1" dirty="0"/>
              <a:t> </a:t>
            </a:r>
            <a:r>
              <a:rPr lang="en-US" sz="12800" dirty="0" err="1"/>
              <a:t>opisuje</a:t>
            </a:r>
            <a:r>
              <a:rPr lang="en-US" sz="12800" dirty="0"/>
              <a:t> </a:t>
            </a:r>
            <a:r>
              <a:rPr lang="en-US" sz="12800" dirty="0" err="1"/>
              <a:t>kulturę</a:t>
            </a:r>
            <a:r>
              <a:rPr lang="en-US" sz="12800" dirty="0"/>
              <a:t>, </a:t>
            </a:r>
            <a:r>
              <a:rPr lang="en-US" sz="12800" dirty="0" err="1"/>
              <a:t>tym</a:t>
            </a:r>
            <a:r>
              <a:rPr lang="pl-PL" sz="12800" dirty="0"/>
              <a:t> </a:t>
            </a:r>
            <a:r>
              <a:rPr lang="pl-PL" sz="12800" b="1" dirty="0"/>
              <a:t>więcej</a:t>
            </a:r>
            <a:r>
              <a:rPr lang="en-US" sz="12800" b="1" dirty="0"/>
              <a:t> </a:t>
            </a:r>
            <a:r>
              <a:rPr lang="en-US" sz="12800" b="1" dirty="0" err="1"/>
              <a:t>stabilnych</a:t>
            </a:r>
            <a:r>
              <a:rPr lang="en-US" sz="12800" b="1" dirty="0"/>
              <a:t> </a:t>
            </a:r>
            <a:r>
              <a:rPr lang="en-US" sz="12800" b="1" dirty="0" err="1"/>
              <a:t>regionów</a:t>
            </a:r>
            <a:r>
              <a:rPr lang="en-US" sz="12800" b="1" dirty="0"/>
              <a:t> </a:t>
            </a:r>
            <a:r>
              <a:rPr lang="en-US" sz="12800" b="1" dirty="0" err="1"/>
              <a:t>kulturowych</a:t>
            </a:r>
            <a:r>
              <a:rPr lang="en-US" sz="12800" b="1" dirty="0"/>
              <a:t> </a:t>
            </a:r>
            <a:r>
              <a:rPr lang="en-US" sz="12800" dirty="0" err="1"/>
              <a:t>pozostaje</a:t>
            </a:r>
            <a:r>
              <a:rPr lang="en-US" sz="12800" dirty="0"/>
              <a:t> </a:t>
            </a:r>
            <a:r>
              <a:rPr lang="en-US" sz="12800" dirty="0" err="1"/>
              <a:t>na</a:t>
            </a:r>
            <a:r>
              <a:rPr lang="en-US" sz="12800" dirty="0"/>
              <a:t> </a:t>
            </a:r>
            <a:r>
              <a:rPr lang="en-US" sz="12800" dirty="0" err="1"/>
              <a:t>końcu</a:t>
            </a:r>
            <a:r>
              <a:rPr lang="en-US" sz="12800" dirty="0"/>
              <a:t>. </a:t>
            </a:r>
            <a:r>
              <a:rPr lang="en-US" sz="12800" dirty="0" err="1"/>
              <a:t>Dzieje</a:t>
            </a:r>
            <a:r>
              <a:rPr lang="en-US" sz="12800" dirty="0"/>
              <a:t> </a:t>
            </a:r>
            <a:r>
              <a:rPr lang="en-US" sz="12800" dirty="0" err="1"/>
              <a:t>się</a:t>
            </a:r>
            <a:r>
              <a:rPr lang="en-US" sz="12800" dirty="0"/>
              <a:t> </a:t>
            </a:r>
            <a:r>
              <a:rPr lang="en-US" sz="12800" dirty="0" err="1"/>
              <a:t>tak</a:t>
            </a:r>
            <a:r>
              <a:rPr lang="en-US" sz="12800" dirty="0"/>
              <a:t>, </a:t>
            </a:r>
            <a:r>
              <a:rPr lang="en-US" sz="12800" dirty="0" err="1"/>
              <a:t>ponieważ</a:t>
            </a:r>
            <a:r>
              <a:rPr lang="en-US" sz="12800" dirty="0"/>
              <a:t> </a:t>
            </a:r>
            <a:r>
              <a:rPr lang="en-US" sz="12800" dirty="0" err="1"/>
              <a:t>większa</a:t>
            </a:r>
            <a:r>
              <a:rPr lang="en-US" sz="12800" dirty="0"/>
              <a:t> </a:t>
            </a:r>
            <a:r>
              <a:rPr lang="en-US" sz="12800" dirty="0" err="1"/>
              <a:t>liczba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 </a:t>
            </a:r>
            <a:r>
              <a:rPr lang="en-US" sz="12800" dirty="0" err="1"/>
              <a:t>statystycznie</a:t>
            </a:r>
            <a:r>
              <a:rPr lang="pl-PL" sz="12800" dirty="0"/>
              <a:t> </a:t>
            </a:r>
            <a:r>
              <a:rPr lang="en-US" sz="12800" dirty="0" err="1"/>
              <a:t>zwiększa</a:t>
            </a:r>
            <a:r>
              <a:rPr lang="en-US" sz="12800" dirty="0"/>
              <a:t> </a:t>
            </a:r>
            <a:r>
              <a:rPr lang="en-US" sz="12800" dirty="0" err="1"/>
              <a:t>szansę</a:t>
            </a:r>
            <a:r>
              <a:rPr lang="en-US" sz="12800" dirty="0"/>
              <a:t> </a:t>
            </a:r>
            <a:r>
              <a:rPr lang="en-US" sz="12800" dirty="0" err="1"/>
              <a:t>posiadania</a:t>
            </a:r>
            <a:r>
              <a:rPr lang="en-US" sz="12800" dirty="0"/>
              <a:t> </a:t>
            </a:r>
            <a:r>
              <a:rPr lang="en-US" sz="12800" dirty="0" err="1"/>
              <a:t>jednego</a:t>
            </a:r>
            <a:r>
              <a:rPr lang="en-US" sz="12800" dirty="0"/>
              <a:t> </a:t>
            </a:r>
            <a:r>
              <a:rPr lang="en-US" sz="12800" dirty="0" err="1"/>
              <a:t>wspólnego</a:t>
            </a:r>
            <a:r>
              <a:rPr lang="en-US" sz="12800" dirty="0"/>
              <a:t> </a:t>
            </a:r>
            <a:r>
              <a:rPr lang="en-US" sz="12800" dirty="0" err="1"/>
              <a:t>elementu</a:t>
            </a:r>
            <a:r>
              <a:rPr lang="en-US" sz="12800" dirty="0"/>
              <a:t>, </a:t>
            </a:r>
            <a:r>
              <a:rPr lang="en-US" sz="12800" dirty="0" err="1"/>
              <a:t>czyli</a:t>
            </a:r>
            <a:r>
              <a:rPr lang="en-US" sz="12800" dirty="0"/>
              <a:t> </a:t>
            </a:r>
            <a:r>
              <a:rPr lang="en-US" sz="12800" dirty="0" err="1"/>
              <a:t>umożliwia</a:t>
            </a:r>
            <a:r>
              <a:rPr lang="en-US" sz="12800" dirty="0"/>
              <a:t> </a:t>
            </a:r>
            <a:r>
              <a:rPr lang="en-US" sz="12800" dirty="0" err="1"/>
              <a:t>interakcje</a:t>
            </a:r>
            <a:r>
              <a:rPr lang="pl-PL" sz="12800" dirty="0"/>
              <a:t> </a:t>
            </a:r>
            <a:r>
              <a:rPr lang="en-US" sz="12800" dirty="0" err="1"/>
              <a:t>i</a:t>
            </a:r>
            <a:r>
              <a:rPr lang="en-US" sz="12800" dirty="0"/>
              <a:t> </a:t>
            </a:r>
            <a:r>
              <a:rPr lang="en-US" sz="12800" dirty="0" err="1"/>
              <a:t>dalsze</a:t>
            </a:r>
            <a:r>
              <a:rPr lang="en-US" sz="12800" dirty="0"/>
              <a:t> </a:t>
            </a:r>
            <a:r>
              <a:rPr lang="en-US" sz="12800" dirty="0" err="1"/>
              <a:t>zwiększanie</a:t>
            </a:r>
            <a:r>
              <a:rPr lang="en-US" sz="12800" dirty="0"/>
              <a:t> </a:t>
            </a:r>
            <a:r>
              <a:rPr lang="en-US" sz="12800" dirty="0" err="1"/>
              <a:t>liczby</a:t>
            </a:r>
            <a:r>
              <a:rPr lang="en-US" sz="12800" dirty="0"/>
              <a:t> </a:t>
            </a:r>
            <a:r>
              <a:rPr lang="en-US" sz="12800" dirty="0" err="1"/>
              <a:t>wspólnych</a:t>
            </a:r>
            <a:r>
              <a:rPr lang="en-US" sz="12800" dirty="0"/>
              <a:t> </a:t>
            </a:r>
            <a:r>
              <a:rPr lang="en-US" sz="12800" dirty="0" err="1"/>
              <a:t>cech</a:t>
            </a:r>
            <a:r>
              <a:rPr lang="en-US" sz="12800" dirty="0"/>
              <a:t>.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6C86B616-862A-784B-0601-5107D5A30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DA0-FE4B-4119-AC61-AEA1E37FC66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675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A6B31-EFBC-4DCD-EBD5-1A82B5ACB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B4CBA7B-A468-1F50-191A-DC8A8F6F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0527" y="1122363"/>
            <a:ext cx="11790946" cy="2711700"/>
          </a:xfrm>
        </p:spPr>
        <p:txBody>
          <a:bodyPr>
            <a:normAutofit fontScale="90000"/>
          </a:bodyPr>
          <a:lstStyle/>
          <a:p>
            <a:r>
              <a:rPr lang="en-US" dirty="0"/>
              <a:t>Model</a:t>
            </a:r>
            <a:r>
              <a:rPr lang="pl-PL" dirty="0"/>
              <a:t> </a:t>
            </a:r>
            <a:r>
              <a:rPr lang="en-US" dirty="0" err="1"/>
              <a:t>Axelroda</a:t>
            </a:r>
            <a:br>
              <a:rPr lang="pl-PL" dirty="0"/>
            </a:br>
            <a:r>
              <a:rPr lang="en-US" sz="3600" dirty="0" err="1"/>
              <a:t>Badanie</a:t>
            </a:r>
            <a:r>
              <a:rPr lang="en-US" sz="3600" dirty="0"/>
              <a:t> </a:t>
            </a:r>
            <a:r>
              <a:rPr lang="en-US" sz="3600" dirty="0" err="1"/>
              <a:t>wpływu</a:t>
            </a:r>
            <a:r>
              <a:rPr lang="en-US" sz="3600" dirty="0"/>
              <a:t> </a:t>
            </a:r>
            <a:r>
              <a:rPr lang="en-US" sz="3600" dirty="0" err="1"/>
              <a:t>homofilii</a:t>
            </a:r>
            <a:r>
              <a:rPr lang="en-US" sz="3600" dirty="0"/>
              <a:t> </a:t>
            </a:r>
            <a:r>
              <a:rPr lang="en-US" sz="3600" dirty="0" err="1"/>
              <a:t>na</a:t>
            </a:r>
            <a:r>
              <a:rPr lang="en-US" sz="3600" dirty="0"/>
              <a:t> </a:t>
            </a:r>
            <a:r>
              <a:rPr lang="en-US" sz="3600" dirty="0" err="1"/>
              <a:t>trwałość</a:t>
            </a:r>
            <a:r>
              <a:rPr lang="en-US" sz="3600" dirty="0"/>
              <a:t> </a:t>
            </a:r>
            <a:r>
              <a:rPr lang="en-US" sz="3600" dirty="0" err="1"/>
              <a:t>różnorodności</a:t>
            </a:r>
            <a:r>
              <a:rPr lang="en-US" sz="3600" dirty="0"/>
              <a:t> </a:t>
            </a:r>
            <a:r>
              <a:rPr lang="en-US" sz="3600" dirty="0" err="1"/>
              <a:t>kulturowej</a:t>
            </a:r>
            <a:br>
              <a:rPr lang="en-US" dirty="0"/>
            </a:br>
            <a:endParaRPr lang="en-US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BCAC3D20-B133-CB5C-17FE-55FC2A5AF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709636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Karol </a:t>
            </a:r>
            <a:r>
              <a:rPr lang="en-US" dirty="0" err="1"/>
              <a:t>Garbaczewski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Szymon Go</a:t>
            </a:r>
            <a:r>
              <a:rPr lang="pl-PL" dirty="0"/>
              <a:t>ź</a:t>
            </a:r>
            <a:r>
              <a:rPr lang="en-US" dirty="0" err="1"/>
              <a:t>dzikowski</a:t>
            </a:r>
            <a:r>
              <a:rPr lang="en-US" dirty="0"/>
              <a:t>, </a:t>
            </a:r>
            <a:endParaRPr lang="pl-PL" dirty="0"/>
          </a:p>
          <a:p>
            <a:r>
              <a:rPr lang="en-US" dirty="0"/>
              <a:t>Z</a:t>
            </a:r>
            <a:r>
              <a:rPr lang="pl-PL" dirty="0" err="1"/>
              <a:t>ofi</a:t>
            </a:r>
            <a:r>
              <a:rPr lang="en-US" dirty="0"/>
              <a:t>a Sopel, </a:t>
            </a:r>
            <a:endParaRPr lang="pl-PL" dirty="0"/>
          </a:p>
          <a:p>
            <a:r>
              <a:rPr lang="en-US" dirty="0"/>
              <a:t>Sasza Tomczyk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4561360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348</TotalTime>
  <Words>833</Words>
  <Application>Microsoft Office PowerPoint</Application>
  <PresentationFormat>Panoramiczny</PresentationFormat>
  <Paragraphs>163</Paragraphs>
  <Slides>21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Wingdings</vt:lpstr>
      <vt:lpstr>Motyw pakietu Office</vt:lpstr>
      <vt:lpstr>Model Axelroda Badanie wpływu homofilii na trwałość różnorodności kulturowej </vt:lpstr>
      <vt:lpstr>Tło historyczne</vt:lpstr>
      <vt:lpstr>Konstrukcja modelu</vt:lpstr>
      <vt:lpstr>Agenci </vt:lpstr>
      <vt:lpstr>Macierz agentów</vt:lpstr>
      <vt:lpstr>Macierz agentów</vt:lpstr>
      <vt:lpstr>Interakcje</vt:lpstr>
      <vt:lpstr>Interakcje</vt:lpstr>
      <vt:lpstr>Interakcje</vt:lpstr>
      <vt:lpstr>Przebieg symulacji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Rozszerzenie modelu</vt:lpstr>
      <vt:lpstr>Prezentacja programu PowerPoint</vt:lpstr>
      <vt:lpstr>Prezentacja programu PowerPoint</vt:lpstr>
      <vt:lpstr>Rezultat rozszerzenia modelu</vt:lpstr>
      <vt:lpstr>Wnioski końcowe</vt:lpstr>
      <vt:lpstr>Model Axelroda Badanie wpływu homofilii na trwałość różnorodności kulturowej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Zofia Sopel (287417)</dc:creator>
  <cp:lastModifiedBy>Sasza Tomczyk (287423)</cp:lastModifiedBy>
  <cp:revision>13</cp:revision>
  <dcterms:created xsi:type="dcterms:W3CDTF">2026-06-19T16:25:08Z</dcterms:created>
  <dcterms:modified xsi:type="dcterms:W3CDTF">2026-06-25T10:48:45Z</dcterms:modified>
</cp:coreProperties>
</file>