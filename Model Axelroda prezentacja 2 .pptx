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59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34" d="100"/>
          <a:sy n="34" d="100"/>
        </p:scale>
        <p:origin x="1100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52AF3FC-DD1C-D815-7D86-053597E066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731032FA-52CB-F334-83FE-1093106EB4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717E1DB6-F753-E8D4-C5DB-25C1A28FA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516DF-AA08-42DB-AE84-024A6CB5A4E7}" type="datetimeFigureOut">
              <a:rPr lang="en-US" smtClean="0"/>
              <a:t>19-Jun-26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9125A9F6-6137-4468-BE34-70345CC8C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FEFF4272-F6B2-2F23-139A-3D70FB6ED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DA0-FE4B-4119-AC61-AEA1E37FC6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4969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9DA6CFA-54F0-38E6-9E16-0F3241D75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22B3DEB9-85FD-92ED-143D-F003E2FB87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77C19C32-7D3B-36E2-BEC5-7D7F2A844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516DF-AA08-42DB-AE84-024A6CB5A4E7}" type="datetimeFigureOut">
              <a:rPr lang="en-US" smtClean="0"/>
              <a:t>19-Jun-26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DFFF289F-86F3-CD2D-A8D2-1BC31A7202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F79235BE-2E29-7387-9AF2-29F773E7A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DA0-FE4B-4119-AC61-AEA1E37FC6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0817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D00C948-B004-D1DD-FC3E-413B33BDB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9ECE98ED-262B-0D46-6B0B-83DC79C3D7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A922417F-2BB2-E53A-D1AE-75510797C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516DF-AA08-42DB-AE84-024A6CB5A4E7}" type="datetimeFigureOut">
              <a:rPr lang="en-US" smtClean="0"/>
              <a:t>19-Jun-26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2FDBE0ED-936E-DCF2-A906-7DC9F4DA2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8BE080ED-8999-EC30-BD02-B9E83CFC8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DA0-FE4B-4119-AC61-AEA1E37FC6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5439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699E7C0-2976-C782-F344-F6505EDC7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0F77D221-2C54-678C-51D1-700B123C99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32773BBC-4FF0-4E86-253A-B92D2B52A1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FF0442DB-76EB-B22C-C438-4790F7B96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516DF-AA08-42DB-AE84-024A6CB5A4E7}" type="datetimeFigureOut">
              <a:rPr lang="en-US" smtClean="0"/>
              <a:t>19-Jun-26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216C122A-D327-C1CD-D580-39A7A763A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B46F5E03-69D3-58B9-DC94-B205AF07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DA0-FE4B-4119-AC61-AEA1E37FC6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4623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CD6B96B-559D-9CE0-9CE1-FEB831E920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3AF2A9F8-21E9-8A1D-A725-D747C9ED4F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9E92A021-98C4-8D73-A700-051125826A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FD385095-9686-17D5-76A6-C359C19975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C7912A52-B18A-FAFA-5E1B-9C144AA5FC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26F563D0-5DAE-F088-2D79-0475BF530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516DF-AA08-42DB-AE84-024A6CB5A4E7}" type="datetimeFigureOut">
              <a:rPr lang="en-US" smtClean="0"/>
              <a:t>19-Jun-26</a:t>
            </a:fld>
            <a:endParaRPr lang="en-US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474AB2A0-5864-FCC8-8739-5953322F1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6F3761CB-7692-8B84-5D8E-3EE131EE2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DA0-FE4B-4119-AC61-AEA1E37FC6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8856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081AFCE-130E-3CF3-D910-91A892804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059D1017-CC4E-E8F8-A7ED-5D393F727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516DF-AA08-42DB-AE84-024A6CB5A4E7}" type="datetimeFigureOut">
              <a:rPr lang="en-US" smtClean="0"/>
              <a:t>19-Jun-26</a:t>
            </a:fld>
            <a:endParaRPr lang="en-US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91BD64F1-8103-D1A3-B07C-C05DDE97A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2E7A215F-E033-EC3B-58D1-08F6B7951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DA0-FE4B-4119-AC61-AEA1E37FC6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421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DBADC149-4029-A84C-7B99-A4F59589C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516DF-AA08-42DB-AE84-024A6CB5A4E7}" type="datetimeFigureOut">
              <a:rPr lang="en-US" smtClean="0"/>
              <a:t>19-Jun-26</a:t>
            </a:fld>
            <a:endParaRPr lang="en-US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CA32CAD1-074E-7D2D-754E-48EBB8B1E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CBDE6CE6-E866-AD8C-8A6D-B1EC0EEC7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DA0-FE4B-4119-AC61-AEA1E37FC6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887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1D9C65C-EE9C-29B6-54F5-102AA013C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687908FC-8DBC-26EC-121B-B1862AA0BB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B2540585-CC2B-7A57-34C9-41FC743F9B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EAB4A7CF-3A99-474A-19B6-F35C426E42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516DF-AA08-42DB-AE84-024A6CB5A4E7}" type="datetimeFigureOut">
              <a:rPr lang="en-US" smtClean="0"/>
              <a:t>19-Jun-26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9E1E8786-68A7-902C-8431-0BD7CDB7E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2F6B0880-1A69-6C5B-BF02-34E43F8AD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DA0-FE4B-4119-AC61-AEA1E37FC6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1823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6EE9D84-4468-BB66-0098-35B4B2899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E40737A9-1D66-0B95-5522-70E62B9D35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3383D98D-D840-7727-DF7C-6B888FC9F6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A1291C90-26C8-9526-F957-FECC33390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516DF-AA08-42DB-AE84-024A6CB5A4E7}" type="datetimeFigureOut">
              <a:rPr lang="en-US" smtClean="0"/>
              <a:t>19-Jun-26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666F3E54-4947-98FC-9002-5C4338A72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399E399D-D502-5004-324F-A4521933F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DA0-FE4B-4119-AC61-AEA1E37FC6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946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4A93266-048B-B13F-59E5-33371A535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08B6E445-1B3B-9921-8AFA-33B04BC0FE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3F1D13CA-E879-2307-1A84-E8F4B84BD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516DF-AA08-42DB-AE84-024A6CB5A4E7}" type="datetimeFigureOut">
              <a:rPr lang="en-US" smtClean="0"/>
              <a:t>19-Jun-26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A19EEE6B-4752-F96E-C1E7-B2C2C4289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1C6335C8-3FC0-DA5E-E05E-45D104EB4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DA0-FE4B-4119-AC61-AEA1E37FC6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6103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F86C1959-9FA6-A263-5AFA-FFBA87D377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3316182F-1F60-D442-8C91-125873F49A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11A91C09-4D07-FA22-AF96-5C7C755E0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516DF-AA08-42DB-AE84-024A6CB5A4E7}" type="datetimeFigureOut">
              <a:rPr lang="en-US" smtClean="0"/>
              <a:t>19-Jun-26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C323F027-B620-69CF-A2A7-F6EFD6373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A79C9325-3E27-4040-217D-26CE921B4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DA0-FE4B-4119-AC61-AEA1E37FC6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9598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9E9C4B76-B74A-728C-FD6F-683DB2641E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3799AE24-45BF-DEAA-DFA5-B997F45123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A4732A75-8A21-DA3C-F89C-E7ABCBFC79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0516DF-AA08-42DB-AE84-024A6CB5A4E7}" type="datetimeFigureOut">
              <a:rPr lang="en-US" smtClean="0"/>
              <a:t>19-Jun-26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A858760B-1F6E-D856-A979-0145518C1E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011A96C0-2472-2A41-1D41-F0D7CC0823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FCEDA0-FE4B-4119-AC61-AEA1E37FC6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768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718B518-077D-A703-2C09-6E1BB112EA4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Model</a:t>
            </a:r>
            <a:r>
              <a:rPr lang="pl-PL" dirty="0"/>
              <a:t> </a:t>
            </a:r>
            <a:r>
              <a:rPr lang="en-US" dirty="0" err="1"/>
              <a:t>Axelroda</a:t>
            </a:r>
            <a:br>
              <a:rPr lang="en-US" dirty="0"/>
            </a:br>
            <a:endParaRPr lang="en-US" dirty="0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55FD2526-CFD5-D00E-97AE-00368AD3370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Karol </a:t>
            </a:r>
            <a:r>
              <a:rPr lang="en-US" dirty="0" err="1"/>
              <a:t>Garbaczewski</a:t>
            </a:r>
            <a:r>
              <a:rPr lang="en-US" dirty="0"/>
              <a:t>, </a:t>
            </a:r>
            <a:endParaRPr lang="pl-PL" dirty="0"/>
          </a:p>
          <a:p>
            <a:r>
              <a:rPr lang="en-US" dirty="0"/>
              <a:t>Szymon Go</a:t>
            </a:r>
            <a:r>
              <a:rPr lang="pl-PL" dirty="0"/>
              <a:t>ź</a:t>
            </a:r>
            <a:r>
              <a:rPr lang="en-US" dirty="0" err="1"/>
              <a:t>dzikowski</a:t>
            </a:r>
            <a:r>
              <a:rPr lang="en-US" dirty="0"/>
              <a:t>, </a:t>
            </a:r>
            <a:endParaRPr lang="pl-PL" dirty="0"/>
          </a:p>
          <a:p>
            <a:r>
              <a:rPr lang="en-US" dirty="0"/>
              <a:t>Z</a:t>
            </a:r>
            <a:r>
              <a:rPr lang="pl-PL" dirty="0" err="1"/>
              <a:t>ofi</a:t>
            </a:r>
            <a:r>
              <a:rPr lang="en-US" dirty="0"/>
              <a:t>a Sopel, </a:t>
            </a:r>
            <a:endParaRPr lang="pl-PL" dirty="0"/>
          </a:p>
          <a:p>
            <a:r>
              <a:rPr lang="en-US" dirty="0"/>
              <a:t>Sasza Tomczyk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57320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E8A4F2E-4CD2-DEF7-B12A-2E5846626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Badanie</a:t>
            </a:r>
            <a:r>
              <a:rPr lang="en-US" dirty="0"/>
              <a:t> </a:t>
            </a:r>
            <a:r>
              <a:rPr lang="en-US" dirty="0" err="1"/>
              <a:t>wpływu</a:t>
            </a:r>
            <a:r>
              <a:rPr lang="en-US" dirty="0"/>
              <a:t> </a:t>
            </a:r>
            <a:r>
              <a:rPr lang="en-US" dirty="0" err="1"/>
              <a:t>homofilii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trwałość</a:t>
            </a:r>
            <a:r>
              <a:rPr lang="en-US" dirty="0"/>
              <a:t> </a:t>
            </a:r>
            <a:r>
              <a:rPr lang="en-US" dirty="0" err="1"/>
              <a:t>różnorodności</a:t>
            </a:r>
            <a:r>
              <a:rPr lang="en-US" dirty="0"/>
              <a:t> </a:t>
            </a:r>
            <a:r>
              <a:rPr lang="en-US" dirty="0" err="1"/>
              <a:t>kulturowej</a:t>
            </a:r>
            <a:br>
              <a:rPr lang="en-US" dirty="0"/>
            </a:br>
            <a:r>
              <a:rPr lang="en-US" dirty="0"/>
              <a:t>    </a:t>
            </a:r>
            <a:br>
              <a:rPr lang="en-US" dirty="0"/>
            </a:br>
            <a:endParaRPr lang="en-US" dirty="0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2D4BCE12-5E07-4EE4-2B59-8E555A709C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1928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273D296-8A23-FD58-6805-873B5090C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Tło historyczne</a:t>
            </a:r>
            <a:endParaRPr lang="en-US" dirty="0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3EDA3936-6434-2E42-0EB6-4F0E766BA9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0982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B9FA55A-7DD7-233A-B840-DBC9DD82A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Konstrukcja modelu</a:t>
            </a:r>
            <a:endParaRPr lang="en-US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95DC4EEC-0CDC-4AD0-EAC2-BE5C8A0871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b="1" dirty="0" err="1"/>
              <a:t>Losowanie</a:t>
            </a:r>
            <a:r>
              <a:rPr lang="en-US" dirty="0"/>
              <a:t>: Program </a:t>
            </a:r>
            <a:r>
              <a:rPr lang="en-US" dirty="0" err="1"/>
              <a:t>wybiera</a:t>
            </a:r>
            <a:r>
              <a:rPr lang="en-US" dirty="0"/>
              <a:t> </a:t>
            </a:r>
            <a:r>
              <a:rPr lang="en-US" dirty="0" err="1"/>
              <a:t>losowo</a:t>
            </a:r>
            <a:r>
              <a:rPr lang="en-US" dirty="0"/>
              <a:t> </a:t>
            </a:r>
            <a:r>
              <a:rPr lang="en-US" dirty="0" err="1"/>
              <a:t>aktywnego</a:t>
            </a:r>
            <a:r>
              <a:rPr lang="en-US" dirty="0"/>
              <a:t> </a:t>
            </a:r>
            <a:r>
              <a:rPr lang="en-US" dirty="0" err="1"/>
              <a:t>agenta</a:t>
            </a:r>
            <a:r>
              <a:rPr lang="en-US" dirty="0"/>
              <a:t> </a:t>
            </a:r>
            <a:r>
              <a:rPr lang="en-US" dirty="0" err="1"/>
              <a:t>oraz</a:t>
            </a:r>
            <a:r>
              <a:rPr lang="en-US" dirty="0"/>
              <a:t> </a:t>
            </a:r>
            <a:r>
              <a:rPr lang="en-US" dirty="0" err="1"/>
              <a:t>jednego</a:t>
            </a:r>
            <a:r>
              <a:rPr lang="en-US" dirty="0"/>
              <a:t> z </a:t>
            </a:r>
            <a:r>
              <a:rPr lang="en-US" dirty="0" err="1"/>
              <a:t>jego</a:t>
            </a:r>
            <a:r>
              <a:rPr lang="en-US" dirty="0"/>
              <a:t> </a:t>
            </a:r>
            <a:r>
              <a:rPr lang="en-US" dirty="0" err="1"/>
              <a:t>sąsiadów</a:t>
            </a:r>
            <a:r>
              <a:rPr lang="en-US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 err="1"/>
              <a:t>Prawdopodobieństwo</a:t>
            </a:r>
            <a:r>
              <a:rPr lang="en-US" b="1" dirty="0"/>
              <a:t> </a:t>
            </a:r>
            <a:r>
              <a:rPr lang="en-US" b="1" dirty="0" err="1"/>
              <a:t>interakcji</a:t>
            </a:r>
            <a:r>
              <a:rPr lang="en-US" dirty="0"/>
              <a:t>: </a:t>
            </a:r>
            <a:r>
              <a:rPr lang="en-US" dirty="0" err="1"/>
              <a:t>agenci</a:t>
            </a:r>
            <a:r>
              <a:rPr lang="en-US" dirty="0"/>
              <a:t> </a:t>
            </a:r>
            <a:r>
              <a:rPr lang="en-US" dirty="0" err="1"/>
              <a:t>wejdą</a:t>
            </a:r>
            <a:r>
              <a:rPr lang="en-US" dirty="0"/>
              <a:t> w </a:t>
            </a:r>
            <a:r>
              <a:rPr lang="en-US" dirty="0" err="1"/>
              <a:t>interakcję</a:t>
            </a:r>
            <a:r>
              <a:rPr lang="en-US" dirty="0"/>
              <a:t> w </a:t>
            </a:r>
            <a:r>
              <a:rPr lang="en-US" dirty="0" err="1"/>
              <a:t>zależności</a:t>
            </a:r>
            <a:r>
              <a:rPr lang="en-US" dirty="0"/>
              <a:t> </a:t>
            </a:r>
            <a:r>
              <a:rPr lang="pl-PL" dirty="0"/>
              <a:t> </a:t>
            </a:r>
            <a:r>
              <a:rPr lang="en-US" dirty="0"/>
              <a:t>od </a:t>
            </a:r>
            <a:r>
              <a:rPr lang="en-US" dirty="0" err="1"/>
              <a:t>aktualnego</a:t>
            </a:r>
            <a:r>
              <a:rPr lang="en-US" dirty="0"/>
              <a:t> </a:t>
            </a:r>
            <a:r>
              <a:rPr lang="en-US" dirty="0" err="1"/>
              <a:t>podobieństwa</a:t>
            </a:r>
            <a:r>
              <a:rPr lang="en-US" dirty="0"/>
              <a:t> </a:t>
            </a:r>
            <a:r>
              <a:rPr lang="en-US" dirty="0" err="1"/>
              <a:t>kulturowego</a:t>
            </a:r>
            <a:r>
              <a:rPr lang="en-US" dirty="0"/>
              <a:t> (np. </a:t>
            </a:r>
            <a:r>
              <a:rPr lang="en-US" dirty="0" err="1"/>
              <a:t>dla</a:t>
            </a:r>
            <a:r>
              <a:rPr lang="en-US" dirty="0"/>
              <a:t> 3 </a:t>
            </a:r>
            <a:r>
              <a:rPr lang="en-US" dirty="0" err="1"/>
              <a:t>cech</a:t>
            </a:r>
            <a:r>
              <a:rPr lang="en-US" dirty="0"/>
              <a:t> </a:t>
            </a:r>
            <a:r>
              <a:rPr lang="en-US" dirty="0" err="1"/>
              <a:t>wspólnych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5 </a:t>
            </a:r>
            <a:r>
              <a:rPr lang="en-US" dirty="0" err="1"/>
              <a:t>prawdopodobieństwo</a:t>
            </a:r>
            <a:r>
              <a:rPr lang="en-US" dirty="0"/>
              <a:t> </a:t>
            </a:r>
            <a:r>
              <a:rPr lang="en-US" dirty="0" err="1"/>
              <a:t>wynosi</a:t>
            </a:r>
            <a:r>
              <a:rPr lang="en-US" dirty="0"/>
              <a:t> 60\%, a </a:t>
            </a:r>
            <a:r>
              <a:rPr lang="en-US" dirty="0" err="1"/>
              <a:t>gdy</a:t>
            </a:r>
            <a:r>
              <a:rPr lang="en-US" dirty="0"/>
              <a:t> </a:t>
            </a:r>
            <a:r>
              <a:rPr lang="en-US" dirty="0" err="1"/>
              <a:t>brak</a:t>
            </a:r>
            <a:r>
              <a:rPr lang="en-US" dirty="0"/>
              <a:t> </a:t>
            </a:r>
            <a:r>
              <a:rPr lang="en-US" dirty="0" err="1"/>
              <a:t>wspólnych</a:t>
            </a:r>
            <a:r>
              <a:rPr lang="en-US" dirty="0"/>
              <a:t> to </a:t>
            </a:r>
            <a:r>
              <a:rPr lang="en-US" dirty="0" err="1"/>
              <a:t>nie</a:t>
            </a:r>
            <a:r>
              <a:rPr lang="en-US" dirty="0"/>
              <a:t> </a:t>
            </a:r>
            <a:r>
              <a:rPr lang="en-US" dirty="0" err="1"/>
              <a:t>dochodzi</a:t>
            </a:r>
            <a:r>
              <a:rPr lang="en-US" dirty="0"/>
              <a:t> do </a:t>
            </a:r>
            <a:r>
              <a:rPr lang="en-US" dirty="0" err="1"/>
              <a:t>interakcji</a:t>
            </a:r>
            <a:r>
              <a:rPr lang="en-US" dirty="0"/>
              <a:t>).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 err="1"/>
              <a:t>Modyfikacja</a:t>
            </a:r>
            <a:r>
              <a:rPr lang="en-US" b="1" dirty="0"/>
              <a:t> </a:t>
            </a:r>
            <a:r>
              <a:rPr lang="en-US" b="1" dirty="0" err="1"/>
              <a:t>cechy</a:t>
            </a:r>
            <a:r>
              <a:rPr lang="en-US" b="1" dirty="0"/>
              <a:t>: </a:t>
            </a:r>
            <a:r>
              <a:rPr lang="en-US" dirty="0"/>
              <a:t>agent </a:t>
            </a:r>
            <a:r>
              <a:rPr lang="en-US" dirty="0" err="1"/>
              <a:t>losowo</a:t>
            </a:r>
            <a:r>
              <a:rPr lang="en-US" dirty="0"/>
              <a:t> </a:t>
            </a:r>
            <a:r>
              <a:rPr lang="en-US" dirty="0" err="1"/>
              <a:t>przyjmuje</a:t>
            </a:r>
            <a:r>
              <a:rPr lang="en-US" dirty="0"/>
              <a:t> </a:t>
            </a:r>
            <a:r>
              <a:rPr lang="en-US" dirty="0" err="1"/>
              <a:t>jedną</a:t>
            </a:r>
            <a:r>
              <a:rPr lang="en-US" dirty="0"/>
              <a:t> </a:t>
            </a:r>
            <a:r>
              <a:rPr lang="en-US" dirty="0" err="1"/>
              <a:t>cechę</a:t>
            </a:r>
            <a:r>
              <a:rPr lang="en-US" dirty="0"/>
              <a:t> </a:t>
            </a:r>
            <a:r>
              <a:rPr lang="en-US" dirty="0" err="1"/>
              <a:t>sąsiada</a:t>
            </a:r>
            <a:r>
              <a:rPr lang="en-US" dirty="0"/>
              <a:t>, </a:t>
            </a:r>
            <a:r>
              <a:rPr lang="en-US" dirty="0" err="1"/>
              <a:t>czyli</a:t>
            </a:r>
            <a:r>
              <a:rPr lang="en-US" dirty="0"/>
              <a:t> </a:t>
            </a:r>
            <a:r>
              <a:rPr lang="en-US" dirty="0" err="1"/>
              <a:t>zwiększa</a:t>
            </a:r>
            <a:r>
              <a:rPr lang="en-US" dirty="0"/>
              <a:t> </a:t>
            </a:r>
            <a:r>
              <a:rPr lang="en-US" dirty="0" err="1"/>
              <a:t>podobieństwo</a:t>
            </a:r>
            <a:r>
              <a:rPr lang="en-US" dirty="0"/>
              <a:t> </a:t>
            </a:r>
            <a:r>
              <a:rPr lang="en-US" dirty="0" err="1"/>
              <a:t>kulturowe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91001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66288A7-C2FF-EEAF-913F-879F9A769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Przebieg</a:t>
            </a:r>
            <a:r>
              <a:rPr lang="en-US" dirty="0"/>
              <a:t> </a:t>
            </a:r>
            <a:r>
              <a:rPr lang="en-US" dirty="0" err="1"/>
              <a:t>symulacji</a:t>
            </a:r>
            <a:endParaRPr lang="en-US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0F17B2F8-4EF7-6C2B-E34A-76E8DFB212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Na </a:t>
            </a:r>
            <a:r>
              <a:rPr lang="en-US" dirty="0" err="1"/>
              <a:t>początku</a:t>
            </a:r>
            <a:r>
              <a:rPr lang="en-US" dirty="0"/>
              <a:t> </a:t>
            </a:r>
            <a:r>
              <a:rPr lang="en-US" dirty="0" err="1"/>
              <a:t>agenci</a:t>
            </a:r>
            <a:r>
              <a:rPr lang="en-US" dirty="0"/>
              <a:t> </a:t>
            </a:r>
            <a:r>
              <a:rPr lang="en-US" dirty="0" err="1"/>
              <a:t>mają</a:t>
            </a:r>
            <a:r>
              <a:rPr lang="en-US" dirty="0"/>
              <a:t> </a:t>
            </a:r>
            <a:r>
              <a:rPr lang="en-US" dirty="0" err="1"/>
              <a:t>losowo</a:t>
            </a:r>
            <a:r>
              <a:rPr lang="en-US" dirty="0"/>
              <a:t> </a:t>
            </a:r>
            <a:r>
              <a:rPr lang="en-US" dirty="0" err="1"/>
              <a:t>przypisane</a:t>
            </a:r>
            <a:r>
              <a:rPr lang="en-US" dirty="0"/>
              <a:t> </a:t>
            </a:r>
            <a:r>
              <a:rPr lang="en-US" dirty="0" err="1"/>
              <a:t>warianty</a:t>
            </a:r>
            <a:r>
              <a:rPr lang="en-US" dirty="0"/>
              <a:t> </a:t>
            </a:r>
            <a:r>
              <a:rPr lang="en-US" dirty="0" err="1"/>
              <a:t>kulturowe</a:t>
            </a:r>
            <a:r>
              <a:rPr lang="en-US" dirty="0"/>
              <a:t>. </a:t>
            </a:r>
            <a:r>
              <a:rPr lang="en-US" dirty="0" err="1"/>
              <a:t>Większość</a:t>
            </a:r>
            <a:r>
              <a:rPr lang="en-US" dirty="0"/>
              <a:t> </a:t>
            </a:r>
            <a:r>
              <a:rPr lang="en-US" dirty="0" err="1"/>
              <a:t>sąsiadów</a:t>
            </a:r>
            <a:r>
              <a:rPr lang="en-US" dirty="0"/>
              <a:t> ma ze </a:t>
            </a:r>
            <a:r>
              <a:rPr lang="en-US" dirty="0" err="1"/>
              <a:t>sobą</a:t>
            </a:r>
            <a:r>
              <a:rPr lang="en-US" dirty="0"/>
              <a:t> </a:t>
            </a:r>
            <a:r>
              <a:rPr lang="en-US" b="1" dirty="0" err="1"/>
              <a:t>bardzo</a:t>
            </a:r>
            <a:r>
              <a:rPr lang="en-US" b="1" dirty="0"/>
              <a:t> </a:t>
            </a:r>
            <a:r>
              <a:rPr lang="en-US" b="1" dirty="0" err="1"/>
              <a:t>mało</a:t>
            </a:r>
            <a:r>
              <a:rPr lang="en-US" b="1" dirty="0"/>
              <a:t> </a:t>
            </a:r>
            <a:r>
              <a:rPr lang="en-US" b="1" dirty="0" err="1"/>
              <a:t>wspólnego</a:t>
            </a:r>
            <a:r>
              <a:rPr lang="en-US" b="1" dirty="0"/>
              <a:t> </a:t>
            </a:r>
            <a:r>
              <a:rPr lang="en-US" dirty="0"/>
              <a:t>(</a:t>
            </a:r>
            <a:r>
              <a:rPr lang="en-US" dirty="0" err="1"/>
              <a:t>dużo</a:t>
            </a:r>
            <a:r>
              <a:rPr lang="en-US" dirty="0"/>
              <a:t> </a:t>
            </a:r>
            <a:r>
              <a:rPr lang="en-US" dirty="0" err="1"/>
              <a:t>różnych</a:t>
            </a:r>
            <a:r>
              <a:rPr lang="en-US" dirty="0"/>
              <a:t> </a:t>
            </a:r>
            <a:r>
              <a:rPr lang="en-US" dirty="0" err="1"/>
              <a:t>kolorów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pl-PL" dirty="0"/>
              <a:t>następnym slajdzie</a:t>
            </a:r>
            <a:r>
              <a:rPr lang="en-US" dirty="0"/>
              <a:t>).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      W </a:t>
            </a:r>
            <a:r>
              <a:rPr lang="en-US" dirty="0" err="1"/>
              <a:t>miarę</a:t>
            </a:r>
            <a:r>
              <a:rPr lang="en-US" dirty="0"/>
              <a:t> </a:t>
            </a:r>
            <a:r>
              <a:rPr lang="en-US" dirty="0" err="1"/>
              <a:t>upływu</a:t>
            </a:r>
            <a:r>
              <a:rPr lang="en-US" dirty="0"/>
              <a:t> </a:t>
            </a:r>
            <a:r>
              <a:rPr lang="en-US" dirty="0" err="1"/>
              <a:t>czasu</a:t>
            </a:r>
            <a:r>
              <a:rPr lang="en-US" dirty="0"/>
              <a:t> (</a:t>
            </a:r>
            <a:r>
              <a:rPr lang="en-US" dirty="0" err="1"/>
              <a:t>zdarzeń</a:t>
            </a:r>
            <a:r>
              <a:rPr lang="en-US" dirty="0"/>
              <a:t>) </a:t>
            </a:r>
            <a:r>
              <a:rPr lang="en-US" dirty="0" err="1"/>
              <a:t>lokalne</a:t>
            </a:r>
            <a:r>
              <a:rPr lang="en-US" dirty="0"/>
              <a:t> </a:t>
            </a:r>
            <a:r>
              <a:rPr lang="en-US" dirty="0" err="1"/>
              <a:t>interakcje</a:t>
            </a:r>
            <a:r>
              <a:rPr lang="en-US" dirty="0"/>
              <a:t> </a:t>
            </a:r>
            <a:r>
              <a:rPr lang="en-US" dirty="0" err="1"/>
              <a:t>powodują</a:t>
            </a:r>
            <a:r>
              <a:rPr lang="en-US" dirty="0"/>
              <a:t>, </a:t>
            </a:r>
            <a:r>
              <a:rPr lang="en-US" dirty="0" err="1"/>
              <a:t>że</a:t>
            </a:r>
            <a:r>
              <a:rPr lang="en-US" dirty="0"/>
              <a:t> </a:t>
            </a:r>
            <a:r>
              <a:rPr lang="en-US" dirty="0" err="1"/>
              <a:t>wspólne</a:t>
            </a:r>
            <a:r>
              <a:rPr lang="en-US" dirty="0"/>
              <a:t> </a:t>
            </a:r>
            <a:r>
              <a:rPr lang="en-US" dirty="0" err="1"/>
              <a:t>warianty</a:t>
            </a:r>
            <a:r>
              <a:rPr lang="en-US" dirty="0"/>
              <a:t> </a:t>
            </a:r>
            <a:r>
              <a:rPr lang="en-US" dirty="0" err="1"/>
              <a:t>kulturowe</a:t>
            </a:r>
            <a:r>
              <a:rPr lang="en-US" dirty="0"/>
              <a:t> </a:t>
            </a:r>
            <a:r>
              <a:rPr lang="en-US" b="1" dirty="0" err="1"/>
              <a:t>rozprzestrzeniają</a:t>
            </a:r>
            <a:r>
              <a:rPr lang="en-US" b="1" dirty="0"/>
              <a:t> </a:t>
            </a:r>
            <a:r>
              <a:rPr lang="en-US" b="1" dirty="0" err="1"/>
              <a:t>się</a:t>
            </a:r>
            <a:r>
              <a:rPr lang="en-US" b="1" dirty="0"/>
              <a:t> </a:t>
            </a:r>
            <a:r>
              <a:rPr lang="en-US" b="1" dirty="0" err="1"/>
              <a:t>na</a:t>
            </a:r>
            <a:r>
              <a:rPr lang="en-US" b="1" dirty="0"/>
              <a:t> </a:t>
            </a:r>
            <a:r>
              <a:rPr lang="en-US" b="1" dirty="0" err="1"/>
              <a:t>coraz</a:t>
            </a:r>
            <a:r>
              <a:rPr lang="en-US" b="1" dirty="0"/>
              <a:t> </a:t>
            </a:r>
            <a:r>
              <a:rPr lang="en-US" b="1" dirty="0" err="1"/>
              <a:t>większe</a:t>
            </a:r>
            <a:r>
              <a:rPr lang="en-US" b="1" dirty="0"/>
              <a:t> </a:t>
            </a:r>
            <a:r>
              <a:rPr lang="en-US" b="1" dirty="0" err="1"/>
              <a:t>obszary</a:t>
            </a:r>
            <a:r>
              <a:rPr lang="en-US" dirty="0"/>
              <a:t> (</a:t>
            </a:r>
            <a:r>
              <a:rPr lang="en-US" dirty="0" err="1"/>
              <a:t>regiony</a:t>
            </a:r>
            <a:r>
              <a:rPr lang="en-US" dirty="0"/>
              <a:t> </a:t>
            </a:r>
            <a:r>
              <a:rPr lang="en-US" dirty="0" err="1"/>
              <a:t>kulturowe</a:t>
            </a:r>
            <a:r>
              <a:rPr lang="en-US" dirty="0"/>
              <a:t>).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      Stan </a:t>
            </a:r>
            <a:r>
              <a:rPr lang="en-US" b="1" dirty="0" err="1"/>
              <a:t>stacjonarny</a:t>
            </a:r>
            <a:r>
              <a:rPr lang="en-US" b="1" dirty="0"/>
              <a:t>: </a:t>
            </a:r>
            <a:r>
              <a:rPr lang="en-US" dirty="0" err="1"/>
              <a:t>proces</a:t>
            </a:r>
            <a:r>
              <a:rPr lang="en-US" dirty="0"/>
              <a:t> </a:t>
            </a:r>
            <a:r>
              <a:rPr lang="en-US" dirty="0" err="1"/>
              <a:t>kończy</a:t>
            </a:r>
            <a:r>
              <a:rPr lang="en-US" dirty="0"/>
              <a:t> </a:t>
            </a:r>
            <a:r>
              <a:rPr lang="en-US" dirty="0" err="1"/>
              <a:t>się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stabilizuje</a:t>
            </a:r>
            <a:r>
              <a:rPr lang="en-US" dirty="0"/>
              <a:t>, </a:t>
            </a:r>
            <a:r>
              <a:rPr lang="en-US" dirty="0" err="1"/>
              <a:t>gdy</a:t>
            </a:r>
            <a:r>
              <a:rPr lang="en-US" dirty="0"/>
              <a:t> </a:t>
            </a:r>
            <a:r>
              <a:rPr lang="en-US" dirty="0" err="1"/>
              <a:t>żadna</a:t>
            </a:r>
            <a:r>
              <a:rPr lang="en-US" dirty="0"/>
              <a:t> para </a:t>
            </a:r>
            <a:r>
              <a:rPr lang="en-US" dirty="0" err="1"/>
              <a:t>sąsiadujących</a:t>
            </a:r>
            <a:r>
              <a:rPr lang="en-US" dirty="0"/>
              <a:t> </a:t>
            </a:r>
            <a:r>
              <a:rPr lang="en-US" dirty="0" err="1"/>
              <a:t>jednostek</a:t>
            </a:r>
            <a:r>
              <a:rPr lang="en-US" dirty="0"/>
              <a:t>  </a:t>
            </a:r>
            <a:r>
              <a:rPr lang="en-US" dirty="0" err="1"/>
              <a:t>nie</a:t>
            </a:r>
            <a:r>
              <a:rPr lang="en-US" dirty="0"/>
              <a:t> </a:t>
            </a:r>
            <a:r>
              <a:rPr lang="en-US" dirty="0" err="1"/>
              <a:t>może</a:t>
            </a:r>
            <a:r>
              <a:rPr lang="en-US" dirty="0"/>
              <a:t> </a:t>
            </a:r>
            <a:r>
              <a:rPr lang="en-US" dirty="0" err="1"/>
              <a:t>już</a:t>
            </a:r>
            <a:r>
              <a:rPr lang="en-US" dirty="0"/>
              <a:t> </a:t>
            </a:r>
            <a:r>
              <a:rPr lang="en-US" dirty="0" err="1"/>
              <a:t>zmienić</a:t>
            </a:r>
            <a:r>
              <a:rPr lang="en-US" dirty="0"/>
              <a:t> </a:t>
            </a:r>
            <a:r>
              <a:rPr lang="en-US" dirty="0" err="1"/>
              <a:t>swojej</a:t>
            </a:r>
            <a:r>
              <a:rPr lang="en-US" dirty="0"/>
              <a:t> </a:t>
            </a:r>
            <a:r>
              <a:rPr lang="en-US" dirty="0" err="1"/>
              <a:t>kultury</a:t>
            </a:r>
            <a:r>
              <a:rPr lang="en-US" dirty="0"/>
              <a:t> (</a:t>
            </a:r>
            <a:r>
              <a:rPr lang="en-US" dirty="0" err="1"/>
              <a:t>całkowicie</a:t>
            </a:r>
            <a:r>
              <a:rPr lang="en-US" dirty="0"/>
              <a:t> </a:t>
            </a:r>
            <a:r>
              <a:rPr lang="en-US" dirty="0" err="1"/>
              <a:t>identyczni</a:t>
            </a:r>
            <a:r>
              <a:rPr lang="en-US" dirty="0"/>
              <a:t> </a:t>
            </a:r>
            <a:r>
              <a:rPr lang="en-US" dirty="0" err="1"/>
              <a:t>albo</a:t>
            </a:r>
            <a:r>
              <a:rPr lang="en-US" dirty="0"/>
              <a:t> </a:t>
            </a:r>
            <a:r>
              <a:rPr lang="en-US" dirty="0" err="1"/>
              <a:t>całkowicie</a:t>
            </a:r>
            <a:r>
              <a:rPr lang="en-US" dirty="0"/>
              <a:t> </a:t>
            </a:r>
            <a:r>
              <a:rPr lang="en-US" dirty="0" err="1"/>
              <a:t>odmienni</a:t>
            </a:r>
            <a:r>
              <a:rPr lang="en-US" dirty="0"/>
              <a:t>).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        </a:t>
            </a:r>
            <a:r>
              <a:rPr lang="en-US" b="1" dirty="0" err="1"/>
              <a:t>Wynik</a:t>
            </a:r>
            <a:r>
              <a:rPr lang="en-US" b="1" dirty="0"/>
              <a:t> </a:t>
            </a:r>
            <a:r>
              <a:rPr lang="en-US" b="1" dirty="0" err="1"/>
              <a:t>końcowy</a:t>
            </a:r>
            <a:r>
              <a:rPr lang="en-US" b="1" dirty="0"/>
              <a:t> </a:t>
            </a:r>
            <a:r>
              <a:rPr lang="en-US" dirty="0"/>
              <a:t>to </a:t>
            </a:r>
            <a:r>
              <a:rPr lang="en-US" dirty="0" err="1"/>
              <a:t>globalna</a:t>
            </a:r>
            <a:r>
              <a:rPr lang="en-US" dirty="0"/>
              <a:t> </a:t>
            </a:r>
            <a:r>
              <a:rPr lang="en-US" dirty="0" err="1"/>
              <a:t>polaryzacja</a:t>
            </a:r>
            <a:r>
              <a:rPr lang="en-US" dirty="0"/>
              <a:t>, </a:t>
            </a:r>
            <a:r>
              <a:rPr lang="en-US" dirty="0" err="1"/>
              <a:t>czyli</a:t>
            </a:r>
            <a:r>
              <a:rPr lang="en-US" dirty="0"/>
              <a:t> </a:t>
            </a:r>
            <a:r>
              <a:rPr lang="en-US" dirty="0" err="1"/>
              <a:t>kilka</a:t>
            </a:r>
            <a:r>
              <a:rPr lang="en-US" dirty="0"/>
              <a:t> </a:t>
            </a:r>
            <a:r>
              <a:rPr lang="en-US" dirty="0" err="1"/>
              <a:t>całkowicie</a:t>
            </a:r>
            <a:r>
              <a:rPr lang="en-US" dirty="0"/>
              <a:t> </a:t>
            </a:r>
            <a:r>
              <a:rPr lang="en-US" dirty="0" err="1"/>
              <a:t>odizolowanych</a:t>
            </a:r>
            <a:r>
              <a:rPr lang="en-US" dirty="0"/>
              <a:t> od </a:t>
            </a:r>
            <a:r>
              <a:rPr lang="en-US" dirty="0" err="1"/>
              <a:t>siebie</a:t>
            </a:r>
            <a:r>
              <a:rPr lang="en-US" dirty="0"/>
              <a:t>,  </a:t>
            </a:r>
            <a:r>
              <a:rPr lang="en-US" dirty="0" err="1"/>
              <a:t>stabilnych</a:t>
            </a:r>
            <a:r>
              <a:rPr lang="en-US" dirty="0"/>
              <a:t> </a:t>
            </a:r>
            <a:r>
              <a:rPr lang="en-US" dirty="0" err="1"/>
              <a:t>regionów</a:t>
            </a:r>
            <a:r>
              <a:rPr lang="en-US" dirty="0"/>
              <a:t> </a:t>
            </a:r>
            <a:r>
              <a:rPr lang="en-US" dirty="0" err="1"/>
              <a:t>kulturowych</a:t>
            </a:r>
            <a:r>
              <a:rPr lang="en-US" dirty="0"/>
              <a:t>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35869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az 2">
            <a:extLst>
              <a:ext uri="{FF2B5EF4-FFF2-40B4-BE49-F238E27FC236}">
                <a16:creationId xmlns:a16="http://schemas.microsoft.com/office/drawing/2014/main" id="{D3CB3F2C-B1F3-E809-0AE2-BC335BAD60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8045" y="93033"/>
            <a:ext cx="8895910" cy="6671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42582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B8A69A-FCE4-1153-712A-FAC99C76CCD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l-PL" dirty="0"/>
              <a:t>	TU CALE ZDJECIA I STATYSTYKA </a:t>
            </a:r>
            <a:endParaRPr lang="en-US" dirty="0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53B25650-7C85-A4E5-2F5F-CB2D99D6E4C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pl-PL" sz="4800" dirty="0">
                <a:highlight>
                  <a:srgbClr val="FFFF00"/>
                </a:highlight>
              </a:rPr>
              <a:t>DO ZROBIENIA</a:t>
            </a:r>
            <a:endParaRPr lang="en-US" sz="4800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5461945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7407CC0-3BB3-4563-A997-6BDBBB130F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WNIO</a:t>
            </a:r>
            <a:endParaRPr lang="en-US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BA4F3297-7DD6-0EF4-82F1-773AB2F43F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5251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B6157CB-37E3-1BAD-1464-BA515DC4B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Wnioski końcowe</a:t>
            </a:r>
            <a:endParaRPr lang="en-US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DE8976C9-4BCF-B715-7CBA-4FBC45D365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 err="1"/>
              <a:t>Najważniejszy</a:t>
            </a:r>
            <a:r>
              <a:rPr lang="en-US" dirty="0"/>
              <a:t> </a:t>
            </a:r>
            <a:r>
              <a:rPr lang="en-US" dirty="0" err="1"/>
              <a:t>wniosek</a:t>
            </a:r>
            <a:r>
              <a:rPr lang="en-US" dirty="0"/>
              <a:t> </a:t>
            </a:r>
            <a:r>
              <a:rPr lang="en-US" dirty="0" err="1"/>
              <a:t>płynący</a:t>
            </a:r>
            <a:r>
              <a:rPr lang="en-US" dirty="0"/>
              <a:t> z </a:t>
            </a:r>
            <a:r>
              <a:rPr lang="en-US" dirty="0" err="1"/>
              <a:t>badań</a:t>
            </a:r>
            <a:r>
              <a:rPr lang="en-US" dirty="0"/>
              <a:t> </a:t>
            </a:r>
            <a:r>
              <a:rPr lang="en-US" dirty="0" err="1"/>
              <a:t>Axelroda</a:t>
            </a:r>
            <a:r>
              <a:rPr lang="en-US" dirty="0"/>
              <a:t> </a:t>
            </a:r>
            <a:r>
              <a:rPr lang="en-US" dirty="0" err="1"/>
              <a:t>wskazuje</a:t>
            </a:r>
            <a:r>
              <a:rPr lang="en-US" dirty="0"/>
              <a:t>, </a:t>
            </a:r>
            <a:r>
              <a:rPr lang="en-US" dirty="0" err="1"/>
              <a:t>że</a:t>
            </a:r>
            <a:r>
              <a:rPr lang="en-US" dirty="0"/>
              <a:t> </a:t>
            </a:r>
            <a:r>
              <a:rPr lang="en-US" dirty="0" err="1"/>
              <a:t>dążenie</a:t>
            </a:r>
            <a:r>
              <a:rPr lang="en-US" dirty="0"/>
              <a:t> do </a:t>
            </a:r>
            <a:r>
              <a:rPr lang="en-US" dirty="0" err="1"/>
              <a:t>lokalnego</a:t>
            </a:r>
            <a:r>
              <a:rPr lang="en-US" dirty="0"/>
              <a:t> </a:t>
            </a:r>
            <a:r>
              <a:rPr lang="en-US" dirty="0" err="1"/>
              <a:t>podobieństwa</a:t>
            </a:r>
            <a:r>
              <a:rPr lang="pl-PL" dirty="0"/>
              <a:t> </a:t>
            </a:r>
            <a:r>
              <a:rPr lang="en-US"/>
              <a:t>paradoksalnie</a:t>
            </a:r>
            <a:r>
              <a:rPr lang="en-US" dirty="0"/>
              <a:t> </a:t>
            </a:r>
            <a:r>
              <a:rPr lang="en-US" dirty="0" err="1"/>
              <a:t>uniemożliwia</a:t>
            </a:r>
            <a:r>
              <a:rPr lang="en-US" dirty="0"/>
              <a:t> </a:t>
            </a:r>
            <a:r>
              <a:rPr lang="en-US" dirty="0" err="1"/>
              <a:t>całkowite</a:t>
            </a:r>
            <a:r>
              <a:rPr lang="en-US" dirty="0"/>
              <a:t> </a:t>
            </a:r>
            <a:r>
              <a:rPr lang="en-US" dirty="0" err="1"/>
              <a:t>ujednolicenie</a:t>
            </a:r>
            <a:r>
              <a:rPr lang="en-US" dirty="0"/>
              <a:t> </a:t>
            </a:r>
            <a:r>
              <a:rPr lang="en-US" dirty="0" err="1"/>
              <a:t>całego</a:t>
            </a:r>
            <a:r>
              <a:rPr lang="en-US" dirty="0"/>
              <a:t> </a:t>
            </a:r>
            <a:r>
              <a:rPr lang="en-US" dirty="0" err="1"/>
              <a:t>społeczeństwa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cementuje</a:t>
            </a:r>
            <a:r>
              <a:rPr lang="en-US" dirty="0"/>
              <a:t>  </a:t>
            </a:r>
          </a:p>
          <a:p>
            <a:pPr marL="0" indent="0">
              <a:buNone/>
            </a:pPr>
            <a:r>
              <a:rPr lang="en-US" dirty="0"/>
              <a:t>    </a:t>
            </a:r>
            <a:r>
              <a:rPr lang="en-US" dirty="0" err="1"/>
              <a:t>trwałe</a:t>
            </a:r>
            <a:r>
              <a:rPr lang="en-US" dirty="0"/>
              <a:t> </a:t>
            </a:r>
            <a:r>
              <a:rPr lang="en-US" dirty="0" err="1"/>
              <a:t>podziały</a:t>
            </a:r>
            <a:r>
              <a:rPr lang="en-US" dirty="0"/>
              <a:t> </a:t>
            </a:r>
            <a:r>
              <a:rPr lang="en-US" dirty="0" err="1"/>
              <a:t>kulturowe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poziomie</a:t>
            </a:r>
            <a:r>
              <a:rPr lang="en-US" dirty="0"/>
              <a:t> </a:t>
            </a:r>
            <a:r>
              <a:rPr lang="en-US" dirty="0" err="1"/>
              <a:t>globalnym</a:t>
            </a:r>
            <a:r>
              <a:rPr lang="en-US" dirty="0"/>
              <a:t> (</a:t>
            </a:r>
            <a:r>
              <a:rPr lang="en-US" dirty="0" err="1"/>
              <a:t>wyspy</a:t>
            </a:r>
            <a:r>
              <a:rPr lang="en-US" dirty="0"/>
              <a:t> </a:t>
            </a:r>
            <a:r>
              <a:rPr lang="en-US" dirty="0" err="1"/>
              <a:t>wspólne</a:t>
            </a:r>
            <a:r>
              <a:rPr lang="en-US" dirty="0"/>
              <a:t> </a:t>
            </a:r>
            <a:r>
              <a:rPr lang="en-US" dirty="0" err="1"/>
              <a:t>kulturowo</a:t>
            </a:r>
            <a:r>
              <a:rPr lang="en-US" dirty="0"/>
              <a:t>).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/>
              <a:t>    </a:t>
            </a:r>
            <a:r>
              <a:rPr lang="en-US" dirty="0" err="1"/>
              <a:t>Im</a:t>
            </a:r>
            <a:r>
              <a:rPr lang="en-US" dirty="0"/>
              <a:t> </a:t>
            </a:r>
            <a:r>
              <a:rPr lang="en-US" dirty="0" err="1"/>
              <a:t>więcej</a:t>
            </a:r>
            <a:r>
              <a:rPr lang="en-US" dirty="0"/>
              <a:t> </a:t>
            </a:r>
            <a:r>
              <a:rPr lang="en-US" dirty="0" err="1"/>
              <a:t>cech</a:t>
            </a:r>
            <a:r>
              <a:rPr lang="en-US" dirty="0"/>
              <a:t> </a:t>
            </a:r>
            <a:r>
              <a:rPr lang="en-US" dirty="0" err="1"/>
              <a:t>opisuje</a:t>
            </a:r>
            <a:r>
              <a:rPr lang="en-US" dirty="0"/>
              <a:t> </a:t>
            </a:r>
            <a:r>
              <a:rPr lang="en-US" dirty="0" err="1"/>
              <a:t>kulturę</a:t>
            </a:r>
            <a:r>
              <a:rPr lang="en-US" dirty="0"/>
              <a:t>, </a:t>
            </a:r>
            <a:r>
              <a:rPr lang="en-US" dirty="0" err="1"/>
              <a:t>tym</a:t>
            </a:r>
            <a:r>
              <a:rPr lang="en-US" dirty="0"/>
              <a:t> </a:t>
            </a:r>
            <a:r>
              <a:rPr lang="en-US" dirty="0" err="1"/>
              <a:t>mniej</a:t>
            </a:r>
            <a:r>
              <a:rPr lang="en-US" dirty="0"/>
              <a:t> </a:t>
            </a:r>
            <a:r>
              <a:rPr lang="en-US" dirty="0" err="1"/>
              <a:t>stabilnych</a:t>
            </a:r>
            <a:r>
              <a:rPr lang="en-US" dirty="0"/>
              <a:t> </a:t>
            </a:r>
            <a:r>
              <a:rPr lang="en-US" dirty="0" err="1"/>
              <a:t>regionów</a:t>
            </a:r>
            <a:r>
              <a:rPr lang="en-US" dirty="0"/>
              <a:t> </a:t>
            </a:r>
            <a:r>
              <a:rPr lang="en-US" dirty="0" err="1"/>
              <a:t>kulturowych</a:t>
            </a:r>
            <a:r>
              <a:rPr lang="en-US" dirty="0"/>
              <a:t> </a:t>
            </a:r>
            <a:r>
              <a:rPr lang="en-US" dirty="0" err="1"/>
              <a:t>pozostaje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końcu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    (</a:t>
            </a:r>
            <a:r>
              <a:rPr lang="en-US" dirty="0" err="1"/>
              <a:t>sprzeczne</a:t>
            </a:r>
            <a:r>
              <a:rPr lang="en-US" dirty="0"/>
              <a:t> z </a:t>
            </a:r>
            <a:r>
              <a:rPr lang="en-US" dirty="0" err="1"/>
              <a:t>intuicją</a:t>
            </a:r>
            <a:r>
              <a:rPr lang="en-US" dirty="0"/>
              <a:t>). </a:t>
            </a:r>
            <a:r>
              <a:rPr lang="en-US" dirty="0" err="1"/>
              <a:t>Dzieje</a:t>
            </a:r>
            <a:r>
              <a:rPr lang="en-US" dirty="0"/>
              <a:t> </a:t>
            </a:r>
            <a:r>
              <a:rPr lang="en-US" dirty="0" err="1"/>
              <a:t>się</a:t>
            </a:r>
            <a:r>
              <a:rPr lang="en-US" dirty="0"/>
              <a:t> </a:t>
            </a:r>
            <a:r>
              <a:rPr lang="en-US" dirty="0" err="1"/>
              <a:t>tak</a:t>
            </a:r>
            <a:r>
              <a:rPr lang="en-US" dirty="0"/>
              <a:t>, </a:t>
            </a:r>
            <a:r>
              <a:rPr lang="en-US" dirty="0" err="1"/>
              <a:t>ponieważ</a:t>
            </a:r>
            <a:r>
              <a:rPr lang="en-US" dirty="0"/>
              <a:t> </a:t>
            </a:r>
            <a:r>
              <a:rPr lang="en-US" dirty="0" err="1"/>
              <a:t>większa</a:t>
            </a:r>
            <a:r>
              <a:rPr lang="en-US" dirty="0"/>
              <a:t> </a:t>
            </a:r>
            <a:r>
              <a:rPr lang="en-US" dirty="0" err="1"/>
              <a:t>liczba</a:t>
            </a:r>
            <a:r>
              <a:rPr lang="en-US" dirty="0"/>
              <a:t> </a:t>
            </a:r>
            <a:r>
              <a:rPr lang="en-US" dirty="0" err="1"/>
              <a:t>cech</a:t>
            </a:r>
            <a:r>
              <a:rPr lang="en-US" dirty="0"/>
              <a:t> </a:t>
            </a:r>
            <a:r>
              <a:rPr lang="en-US" dirty="0" err="1"/>
              <a:t>statystycznie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     </a:t>
            </a:r>
            <a:r>
              <a:rPr lang="en-US" dirty="0" err="1"/>
              <a:t>zwiększa</a:t>
            </a:r>
            <a:r>
              <a:rPr lang="en-US" dirty="0"/>
              <a:t> </a:t>
            </a:r>
            <a:r>
              <a:rPr lang="en-US" dirty="0" err="1"/>
              <a:t>szansę</a:t>
            </a:r>
            <a:r>
              <a:rPr lang="en-US" dirty="0"/>
              <a:t> </a:t>
            </a:r>
            <a:r>
              <a:rPr lang="en-US" dirty="0" err="1"/>
              <a:t>posiadania</a:t>
            </a:r>
            <a:r>
              <a:rPr lang="en-US" dirty="0"/>
              <a:t> </a:t>
            </a:r>
            <a:r>
              <a:rPr lang="en-US" dirty="0" err="1"/>
              <a:t>jednego</a:t>
            </a:r>
            <a:r>
              <a:rPr lang="en-US" dirty="0"/>
              <a:t> </a:t>
            </a:r>
            <a:r>
              <a:rPr lang="en-US" dirty="0" err="1"/>
              <a:t>wspólnego</a:t>
            </a:r>
            <a:r>
              <a:rPr lang="en-US" dirty="0"/>
              <a:t> </a:t>
            </a:r>
            <a:r>
              <a:rPr lang="en-US" dirty="0" err="1"/>
              <a:t>elementu</a:t>
            </a:r>
            <a:r>
              <a:rPr lang="en-US" dirty="0"/>
              <a:t>, </a:t>
            </a:r>
            <a:r>
              <a:rPr lang="en-US" dirty="0" err="1"/>
              <a:t>czyli</a:t>
            </a:r>
            <a:r>
              <a:rPr lang="en-US" dirty="0"/>
              <a:t> </a:t>
            </a:r>
            <a:r>
              <a:rPr lang="en-US" dirty="0" err="1"/>
              <a:t>umożliwia</a:t>
            </a:r>
            <a:r>
              <a:rPr lang="en-US" dirty="0"/>
              <a:t> </a:t>
            </a:r>
            <a:r>
              <a:rPr lang="en-US" dirty="0" err="1"/>
              <a:t>interakcje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     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dalsze</a:t>
            </a:r>
            <a:r>
              <a:rPr lang="en-US" dirty="0"/>
              <a:t> </a:t>
            </a:r>
            <a:r>
              <a:rPr lang="en-US" dirty="0" err="1"/>
              <a:t>zwiększanie</a:t>
            </a:r>
            <a:r>
              <a:rPr lang="en-US" dirty="0"/>
              <a:t> </a:t>
            </a:r>
            <a:r>
              <a:rPr lang="en-US" dirty="0" err="1"/>
              <a:t>liczby</a:t>
            </a:r>
            <a:r>
              <a:rPr lang="en-US" dirty="0"/>
              <a:t> </a:t>
            </a:r>
            <a:r>
              <a:rPr lang="en-US" dirty="0" err="1"/>
              <a:t>wspólnych</a:t>
            </a:r>
            <a:r>
              <a:rPr lang="en-US" dirty="0"/>
              <a:t> </a:t>
            </a:r>
            <a:r>
              <a:rPr lang="en-US" dirty="0" err="1"/>
              <a:t>cech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    </a:t>
            </a:r>
          </a:p>
          <a:p>
            <a:br>
              <a:rPr lang="en-US" dirty="0"/>
            </a:b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9367521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291</Words>
  <Application>Microsoft Office PowerPoint</Application>
  <PresentationFormat>Panoramiczny</PresentationFormat>
  <Paragraphs>29</Paragraphs>
  <Slides>9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Motyw pakietu Office</vt:lpstr>
      <vt:lpstr>Model Axelroda </vt:lpstr>
      <vt:lpstr>Badanie wpływu homofilii na trwałość różnorodności kulturowej      </vt:lpstr>
      <vt:lpstr>Tło historyczne</vt:lpstr>
      <vt:lpstr>Konstrukcja modelu</vt:lpstr>
      <vt:lpstr>Przebieg symulacji</vt:lpstr>
      <vt:lpstr>Prezentacja programu PowerPoint</vt:lpstr>
      <vt:lpstr> TU CALE ZDJECIA I STATYSTYKA </vt:lpstr>
      <vt:lpstr>WNIO</vt:lpstr>
      <vt:lpstr>Wnioski końcowe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Zofia Sopel (287417)</dc:creator>
  <cp:lastModifiedBy>Zofia Sopel (287417)</cp:lastModifiedBy>
  <cp:revision>3</cp:revision>
  <dcterms:created xsi:type="dcterms:W3CDTF">2026-06-19T16:25:08Z</dcterms:created>
  <dcterms:modified xsi:type="dcterms:W3CDTF">2026-06-19T16:53:04Z</dcterms:modified>
</cp:coreProperties>
</file>